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71" r:id="rId2"/>
  </p:sldIdLst>
  <p:sldSz cx="32918400" cy="21945600"/>
  <p:notesSz cx="6858000" cy="9144000"/>
  <p:embeddedFontLst>
    <p:embeddedFont>
      <p:font typeface="EB Garamond" panose="00000500000000000000" pitchFamily="2" charset="0"/>
      <p:regular r:id="rId4"/>
      <p:bold r:id="rId5"/>
      <p:italic r:id="rId6"/>
      <p:boldItalic r:id="rId7"/>
    </p:embeddedFont>
    <p:embeddedFont>
      <p:font typeface="EB Garamond Medium" panose="00000600000000000000" pitchFamily="2" charset="0"/>
      <p:regular r:id="rId8"/>
      <p:bold r:id="rId9"/>
      <p:italic r:id="rId10"/>
      <p:boldItalic r:id="rId11"/>
    </p:embeddedFont>
    <p:embeddedFont>
      <p:font typeface="Lexend Medium" panose="020B0604020202020204" charset="0"/>
      <p:regular r:id="rId12"/>
      <p:bold r:id="rId13"/>
    </p:embeddedFont>
    <p:embeddedFont>
      <p:font typeface="Lexend SemiBold"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747775"/>
          </p15:clr>
        </p15:guide>
        <p15:guide id="2" pos="10368">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bie Khane" initials="" lastIdx="7" clrIdx="0"/>
  <p:cmAuthor id="1" name="Shailen Smith"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5E9F4"/>
    <a:srgbClr val="174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C2C814-BF85-4654-953C-6C2110FA305E}" v="45" dt="2023-07-27T13:46:49.654"/>
  </p1510:revLst>
</p1510:revInfo>
</file>

<file path=ppt/tableStyles.xml><?xml version="1.0" encoding="utf-8"?>
<a:tblStyleLst xmlns:a="http://schemas.openxmlformats.org/drawingml/2006/main" def="{A5FFBDD5-8617-44B9-B634-6BBB04C9EDBF}">
  <a:tblStyle styleId="{A5FFBDD5-8617-44B9-B634-6BBB04C9ED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4" autoAdjust="0"/>
  </p:normalViewPr>
  <p:slideViewPr>
    <p:cSldViewPr snapToGrid="0">
      <p:cViewPr varScale="1">
        <p:scale>
          <a:sx n="36" d="100"/>
          <a:sy n="36" d="100"/>
        </p:scale>
        <p:origin x="516" y="7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viewProps" Target="viewProps.xml"/><Relationship Id="rId3" Type="http://schemas.openxmlformats.org/officeDocument/2006/relationships/notesMaster" Target="notesMasters/notesMaster1.xml"/><Relationship Id="rId21" Type="http://schemas.microsoft.com/office/2016/11/relationships/changesInfo" Target="changesInfos/changesInfo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 Smith" userId="62f3d6dc04fe1e60" providerId="LiveId" clId="{80C2C814-BF85-4654-953C-6C2110FA305E}"/>
    <pc:docChg chg="undo redo custSel addSld delSld modSld sldOrd">
      <pc:chgData name="Shailen Smith" userId="62f3d6dc04fe1e60" providerId="LiveId" clId="{80C2C814-BF85-4654-953C-6C2110FA305E}" dt="2023-07-27T15:25:18.288" v="2702" actId="47"/>
      <pc:docMkLst>
        <pc:docMk/>
      </pc:docMkLst>
      <pc:sldChg chg="del">
        <pc:chgData name="Shailen Smith" userId="62f3d6dc04fe1e60" providerId="LiveId" clId="{80C2C814-BF85-4654-953C-6C2110FA305E}" dt="2023-07-27T15:23:17.895" v="2673" actId="47"/>
        <pc:sldMkLst>
          <pc:docMk/>
          <pc:sldMk cId="0" sldId="256"/>
        </pc:sldMkLst>
      </pc:sldChg>
      <pc:sldChg chg="del">
        <pc:chgData name="Shailen Smith" userId="62f3d6dc04fe1e60" providerId="LiveId" clId="{80C2C814-BF85-4654-953C-6C2110FA305E}" dt="2023-07-27T15:23:21.559" v="2674" actId="47"/>
        <pc:sldMkLst>
          <pc:docMk/>
          <pc:sldMk cId="0" sldId="257"/>
        </pc:sldMkLst>
      </pc:sldChg>
      <pc:sldChg chg="del">
        <pc:chgData name="Shailen Smith" userId="62f3d6dc04fe1e60" providerId="LiveId" clId="{80C2C814-BF85-4654-953C-6C2110FA305E}" dt="2023-07-27T15:23:23.932" v="2675" actId="47"/>
        <pc:sldMkLst>
          <pc:docMk/>
          <pc:sldMk cId="0" sldId="258"/>
        </pc:sldMkLst>
      </pc:sldChg>
      <pc:sldChg chg="del">
        <pc:chgData name="Shailen Smith" userId="62f3d6dc04fe1e60" providerId="LiveId" clId="{80C2C814-BF85-4654-953C-6C2110FA305E}" dt="2023-07-27T15:23:26.157" v="2676" actId="47"/>
        <pc:sldMkLst>
          <pc:docMk/>
          <pc:sldMk cId="0" sldId="259"/>
        </pc:sldMkLst>
      </pc:sldChg>
      <pc:sldChg chg="del">
        <pc:chgData name="Shailen Smith" userId="62f3d6dc04fe1e60" providerId="LiveId" clId="{80C2C814-BF85-4654-953C-6C2110FA305E}" dt="2023-07-27T15:23:28.045" v="2677" actId="47"/>
        <pc:sldMkLst>
          <pc:docMk/>
          <pc:sldMk cId="0" sldId="260"/>
        </pc:sldMkLst>
      </pc:sldChg>
      <pc:sldChg chg="del">
        <pc:chgData name="Shailen Smith" userId="62f3d6dc04fe1e60" providerId="LiveId" clId="{80C2C814-BF85-4654-953C-6C2110FA305E}" dt="2023-07-27T15:23:30.659" v="2678" actId="47"/>
        <pc:sldMkLst>
          <pc:docMk/>
          <pc:sldMk cId="0" sldId="261"/>
        </pc:sldMkLst>
      </pc:sldChg>
      <pc:sldChg chg="modSp del mod">
        <pc:chgData name="Shailen Smith" userId="62f3d6dc04fe1e60" providerId="LiveId" clId="{80C2C814-BF85-4654-953C-6C2110FA305E}" dt="2023-07-27T15:23:32.435" v="2679" actId="47"/>
        <pc:sldMkLst>
          <pc:docMk/>
          <pc:sldMk cId="0" sldId="262"/>
        </pc:sldMkLst>
        <pc:spChg chg="mod">
          <ac:chgData name="Shailen Smith" userId="62f3d6dc04fe1e60" providerId="LiveId" clId="{80C2C814-BF85-4654-953C-6C2110FA305E}" dt="2023-07-26T17:35:02.360" v="287" actId="20577"/>
          <ac:spMkLst>
            <pc:docMk/>
            <pc:sldMk cId="0" sldId="262"/>
            <ac:spMk id="234" creationId="{00000000-0000-0000-0000-000000000000}"/>
          </ac:spMkLst>
        </pc:spChg>
        <pc:spChg chg="mod">
          <ac:chgData name="Shailen Smith" userId="62f3d6dc04fe1e60" providerId="LiveId" clId="{80C2C814-BF85-4654-953C-6C2110FA305E}" dt="2023-07-26T17:35:36.804" v="292" actId="14100"/>
          <ac:spMkLst>
            <pc:docMk/>
            <pc:sldMk cId="0" sldId="262"/>
            <ac:spMk id="240" creationId="{00000000-0000-0000-0000-000000000000}"/>
          </ac:spMkLst>
        </pc:spChg>
        <pc:picChg chg="mod">
          <ac:chgData name="Shailen Smith" userId="62f3d6dc04fe1e60" providerId="LiveId" clId="{80C2C814-BF85-4654-953C-6C2110FA305E}" dt="2023-07-26T17:35:19.233" v="290" actId="14100"/>
          <ac:picMkLst>
            <pc:docMk/>
            <pc:sldMk cId="0" sldId="262"/>
            <ac:picMk id="261" creationId="{00000000-0000-0000-0000-000000000000}"/>
          </ac:picMkLst>
        </pc:picChg>
      </pc:sldChg>
      <pc:sldChg chg="modSp del mod">
        <pc:chgData name="Shailen Smith" userId="62f3d6dc04fe1e60" providerId="LiveId" clId="{80C2C814-BF85-4654-953C-6C2110FA305E}" dt="2023-07-27T15:23:34.398" v="2680" actId="47"/>
        <pc:sldMkLst>
          <pc:docMk/>
          <pc:sldMk cId="0" sldId="263"/>
        </pc:sldMkLst>
        <pc:spChg chg="mod">
          <ac:chgData name="Shailen Smith" userId="62f3d6dc04fe1e60" providerId="LiveId" clId="{80C2C814-BF85-4654-953C-6C2110FA305E}" dt="2023-07-26T17:23:39.059" v="1" actId="20577"/>
          <ac:spMkLst>
            <pc:docMk/>
            <pc:sldMk cId="0" sldId="263"/>
            <ac:spMk id="274" creationId="{00000000-0000-0000-0000-000000000000}"/>
          </ac:spMkLst>
        </pc:spChg>
      </pc:sldChg>
      <pc:sldChg chg="del">
        <pc:chgData name="Shailen Smith" userId="62f3d6dc04fe1e60" providerId="LiveId" clId="{80C2C814-BF85-4654-953C-6C2110FA305E}" dt="2023-07-27T15:23:39.012" v="2681" actId="47"/>
        <pc:sldMkLst>
          <pc:docMk/>
          <pc:sldMk cId="0" sldId="264"/>
        </pc:sldMkLst>
      </pc:sldChg>
      <pc:sldChg chg="del">
        <pc:chgData name="Shailen Smith" userId="62f3d6dc04fe1e60" providerId="LiveId" clId="{80C2C814-BF85-4654-953C-6C2110FA305E}" dt="2023-07-27T15:23:40.846" v="2682" actId="47"/>
        <pc:sldMkLst>
          <pc:docMk/>
          <pc:sldMk cId="0" sldId="265"/>
        </pc:sldMkLst>
      </pc:sldChg>
      <pc:sldChg chg="del">
        <pc:chgData name="Shailen Smith" userId="62f3d6dc04fe1e60" providerId="LiveId" clId="{80C2C814-BF85-4654-953C-6C2110FA305E}" dt="2023-07-27T15:23:42.161" v="2683" actId="47"/>
        <pc:sldMkLst>
          <pc:docMk/>
          <pc:sldMk cId="0" sldId="266"/>
        </pc:sldMkLst>
      </pc:sldChg>
      <pc:sldChg chg="del">
        <pc:chgData name="Shailen Smith" userId="62f3d6dc04fe1e60" providerId="LiveId" clId="{80C2C814-BF85-4654-953C-6C2110FA305E}" dt="2023-07-27T15:23:43.419" v="2684" actId="47"/>
        <pc:sldMkLst>
          <pc:docMk/>
          <pc:sldMk cId="0" sldId="267"/>
        </pc:sldMkLst>
      </pc:sldChg>
      <pc:sldChg chg="addSp delSp modSp add del mod ord">
        <pc:chgData name="Shailen Smith" userId="62f3d6dc04fe1e60" providerId="LiveId" clId="{80C2C814-BF85-4654-953C-6C2110FA305E}" dt="2023-07-27T15:23:47.263" v="2685" actId="47"/>
        <pc:sldMkLst>
          <pc:docMk/>
          <pc:sldMk cId="2608183952" sldId="268"/>
        </pc:sldMkLst>
        <pc:spChg chg="add mod ord">
          <ac:chgData name="Shailen Smith" userId="62f3d6dc04fe1e60" providerId="LiveId" clId="{80C2C814-BF85-4654-953C-6C2110FA305E}" dt="2023-07-26T18:30:28.358" v="765" actId="14100"/>
          <ac:spMkLst>
            <pc:docMk/>
            <pc:sldMk cId="2608183952" sldId="268"/>
            <ac:spMk id="2" creationId="{374AE500-A85D-19F5-EA61-38CA0BD983D0}"/>
          </ac:spMkLst>
        </pc:spChg>
        <pc:spChg chg="mod">
          <ac:chgData name="Shailen Smith" userId="62f3d6dc04fe1e60" providerId="LiveId" clId="{80C2C814-BF85-4654-953C-6C2110FA305E}" dt="2023-07-26T18:22:21.245" v="616"/>
          <ac:spMkLst>
            <pc:docMk/>
            <pc:sldMk cId="2608183952" sldId="268"/>
            <ac:spMk id="4" creationId="{F3CC60CA-93D6-3926-7A98-A22251361E21}"/>
          </ac:spMkLst>
        </pc:spChg>
        <pc:spChg chg="add mod">
          <ac:chgData name="Shailen Smith" userId="62f3d6dc04fe1e60" providerId="LiveId" clId="{80C2C814-BF85-4654-953C-6C2110FA305E}" dt="2023-07-26T18:25:22.511" v="641" actId="571"/>
          <ac:spMkLst>
            <pc:docMk/>
            <pc:sldMk cId="2608183952" sldId="268"/>
            <ac:spMk id="6" creationId="{9A7E8BE4-2E3A-55B1-6173-0B868A7435B8}"/>
          </ac:spMkLst>
        </pc:spChg>
        <pc:spChg chg="add mod">
          <ac:chgData name="Shailen Smith" userId="62f3d6dc04fe1e60" providerId="LiveId" clId="{80C2C814-BF85-4654-953C-6C2110FA305E}" dt="2023-07-26T18:25:28.980" v="643" actId="571"/>
          <ac:spMkLst>
            <pc:docMk/>
            <pc:sldMk cId="2608183952" sldId="268"/>
            <ac:spMk id="7" creationId="{939A8874-1214-0A81-7E0A-8A16AE63B5AD}"/>
          </ac:spMkLst>
        </pc:spChg>
        <pc:spChg chg="add mod">
          <ac:chgData name="Shailen Smith" userId="62f3d6dc04fe1e60" providerId="LiveId" clId="{80C2C814-BF85-4654-953C-6C2110FA305E}" dt="2023-07-26T18:27:21.899" v="670" actId="571"/>
          <ac:spMkLst>
            <pc:docMk/>
            <pc:sldMk cId="2608183952" sldId="268"/>
            <ac:spMk id="12" creationId="{D89BA7E9-A575-CB03-F616-5623626AEA83}"/>
          </ac:spMkLst>
        </pc:spChg>
        <pc:spChg chg="add mod">
          <ac:chgData name="Shailen Smith" userId="62f3d6dc04fe1e60" providerId="LiveId" clId="{80C2C814-BF85-4654-953C-6C2110FA305E}" dt="2023-07-26T18:27:21.899" v="670" actId="571"/>
          <ac:spMkLst>
            <pc:docMk/>
            <pc:sldMk cId="2608183952" sldId="268"/>
            <ac:spMk id="13" creationId="{F920B137-B566-4DB1-A261-858D73377F49}"/>
          </ac:spMkLst>
        </pc:spChg>
        <pc:spChg chg="add mod">
          <ac:chgData name="Shailen Smith" userId="62f3d6dc04fe1e60" providerId="LiveId" clId="{80C2C814-BF85-4654-953C-6C2110FA305E}" dt="2023-07-26T18:27:21.899" v="670" actId="571"/>
          <ac:spMkLst>
            <pc:docMk/>
            <pc:sldMk cId="2608183952" sldId="268"/>
            <ac:spMk id="14" creationId="{D9A01014-E084-CBC1-F954-B33B603604A9}"/>
          </ac:spMkLst>
        </pc:spChg>
        <pc:spChg chg="add mod">
          <ac:chgData name="Shailen Smith" userId="62f3d6dc04fe1e60" providerId="LiveId" clId="{80C2C814-BF85-4654-953C-6C2110FA305E}" dt="2023-07-26T18:29:29.175" v="761" actId="1076"/>
          <ac:spMkLst>
            <pc:docMk/>
            <pc:sldMk cId="2608183952" sldId="268"/>
            <ac:spMk id="15" creationId="{05364CC7-A009-798F-3EE5-FA146D03C66C}"/>
          </ac:spMkLst>
        </pc:spChg>
        <pc:spChg chg="mod">
          <ac:chgData name="Shailen Smith" userId="62f3d6dc04fe1e60" providerId="LiveId" clId="{80C2C814-BF85-4654-953C-6C2110FA305E}" dt="2023-07-26T17:51:46.091" v="436" actId="14100"/>
          <ac:spMkLst>
            <pc:docMk/>
            <pc:sldMk cId="2608183952" sldId="268"/>
            <ac:spMk id="269" creationId="{00000000-0000-0000-0000-000000000000}"/>
          </ac:spMkLst>
        </pc:spChg>
        <pc:spChg chg="mod">
          <ac:chgData name="Shailen Smith" userId="62f3d6dc04fe1e60" providerId="LiveId" clId="{80C2C814-BF85-4654-953C-6C2110FA305E}" dt="2023-07-26T18:26:51.464" v="665" actId="1076"/>
          <ac:spMkLst>
            <pc:docMk/>
            <pc:sldMk cId="2608183952" sldId="268"/>
            <ac:spMk id="270" creationId="{00000000-0000-0000-0000-000000000000}"/>
          </ac:spMkLst>
        </pc:spChg>
        <pc:spChg chg="mod">
          <ac:chgData name="Shailen Smith" userId="62f3d6dc04fe1e60" providerId="LiveId" clId="{80C2C814-BF85-4654-953C-6C2110FA305E}" dt="2023-07-26T18:12:08.262" v="464" actId="14100"/>
          <ac:spMkLst>
            <pc:docMk/>
            <pc:sldMk cId="2608183952" sldId="268"/>
            <ac:spMk id="273" creationId="{00000000-0000-0000-0000-000000000000}"/>
          </ac:spMkLst>
        </pc:spChg>
        <pc:spChg chg="mod">
          <ac:chgData name="Shailen Smith" userId="62f3d6dc04fe1e60" providerId="LiveId" clId="{80C2C814-BF85-4654-953C-6C2110FA305E}" dt="2023-07-26T17:50:30.328" v="435" actId="20577"/>
          <ac:spMkLst>
            <pc:docMk/>
            <pc:sldMk cId="2608183952" sldId="268"/>
            <ac:spMk id="274" creationId="{00000000-0000-0000-0000-000000000000}"/>
          </ac:spMkLst>
        </pc:spChg>
        <pc:spChg chg="mod">
          <ac:chgData name="Shailen Smith" userId="62f3d6dc04fe1e60" providerId="LiveId" clId="{80C2C814-BF85-4654-953C-6C2110FA305E}" dt="2023-07-26T18:29:06.792" v="758" actId="20577"/>
          <ac:spMkLst>
            <pc:docMk/>
            <pc:sldMk cId="2608183952" sldId="268"/>
            <ac:spMk id="275" creationId="{00000000-0000-0000-0000-000000000000}"/>
          </ac:spMkLst>
        </pc:spChg>
        <pc:spChg chg="del">
          <ac:chgData name="Shailen Smith" userId="62f3d6dc04fe1e60" providerId="LiveId" clId="{80C2C814-BF85-4654-953C-6C2110FA305E}" dt="2023-07-26T17:42:59.340" v="366" actId="478"/>
          <ac:spMkLst>
            <pc:docMk/>
            <pc:sldMk cId="2608183952" sldId="268"/>
            <ac:spMk id="277" creationId="{00000000-0000-0000-0000-000000000000}"/>
          </ac:spMkLst>
        </pc:spChg>
        <pc:spChg chg="del mod">
          <ac:chgData name="Shailen Smith" userId="62f3d6dc04fe1e60" providerId="LiveId" clId="{80C2C814-BF85-4654-953C-6C2110FA305E}" dt="2023-07-26T18:18:56.696" v="552" actId="478"/>
          <ac:spMkLst>
            <pc:docMk/>
            <pc:sldMk cId="2608183952" sldId="268"/>
            <ac:spMk id="281" creationId="{00000000-0000-0000-0000-000000000000}"/>
          </ac:spMkLst>
        </pc:spChg>
        <pc:spChg chg="del">
          <ac:chgData name="Shailen Smith" userId="62f3d6dc04fe1e60" providerId="LiveId" clId="{80C2C814-BF85-4654-953C-6C2110FA305E}" dt="2023-07-26T17:43:03.069" v="367" actId="478"/>
          <ac:spMkLst>
            <pc:docMk/>
            <pc:sldMk cId="2608183952" sldId="268"/>
            <ac:spMk id="282" creationId="{00000000-0000-0000-0000-000000000000}"/>
          </ac:spMkLst>
        </pc:spChg>
        <pc:spChg chg="mod">
          <ac:chgData name="Shailen Smith" userId="62f3d6dc04fe1e60" providerId="LiveId" clId="{80C2C814-BF85-4654-953C-6C2110FA305E}" dt="2023-07-26T18:30:49.399" v="766" actId="1076"/>
          <ac:spMkLst>
            <pc:docMk/>
            <pc:sldMk cId="2608183952" sldId="268"/>
            <ac:spMk id="283" creationId="{00000000-0000-0000-0000-000000000000}"/>
          </ac:spMkLst>
        </pc:spChg>
        <pc:spChg chg="mod">
          <ac:chgData name="Shailen Smith" userId="62f3d6dc04fe1e60" providerId="LiveId" clId="{80C2C814-BF85-4654-953C-6C2110FA305E}" dt="2023-07-26T18:29:56.274" v="764" actId="1076"/>
          <ac:spMkLst>
            <pc:docMk/>
            <pc:sldMk cId="2608183952" sldId="268"/>
            <ac:spMk id="284" creationId="{00000000-0000-0000-0000-000000000000}"/>
          </ac:spMkLst>
        </pc:spChg>
        <pc:spChg chg="mod">
          <ac:chgData name="Shailen Smith" userId="62f3d6dc04fe1e60" providerId="LiveId" clId="{80C2C814-BF85-4654-953C-6C2110FA305E}" dt="2023-07-26T18:27:33.987" v="671" actId="1076"/>
          <ac:spMkLst>
            <pc:docMk/>
            <pc:sldMk cId="2608183952" sldId="268"/>
            <ac:spMk id="285" creationId="{00000000-0000-0000-0000-000000000000}"/>
          </ac:spMkLst>
        </pc:spChg>
        <pc:spChg chg="mod">
          <ac:chgData name="Shailen Smith" userId="62f3d6dc04fe1e60" providerId="LiveId" clId="{80C2C814-BF85-4654-953C-6C2110FA305E}" dt="2023-07-26T18:32:50.578" v="774" actId="1076"/>
          <ac:spMkLst>
            <pc:docMk/>
            <pc:sldMk cId="2608183952" sldId="268"/>
            <ac:spMk id="287" creationId="{00000000-0000-0000-0000-000000000000}"/>
          </ac:spMkLst>
        </pc:spChg>
        <pc:spChg chg="del mod ord">
          <ac:chgData name="Shailen Smith" userId="62f3d6dc04fe1e60" providerId="LiveId" clId="{80C2C814-BF85-4654-953C-6C2110FA305E}" dt="2023-07-26T18:22:20.868" v="615" actId="478"/>
          <ac:spMkLst>
            <pc:docMk/>
            <pc:sldMk cId="2608183952" sldId="268"/>
            <ac:spMk id="294" creationId="{00000000-0000-0000-0000-000000000000}"/>
          </ac:spMkLst>
        </pc:spChg>
        <pc:spChg chg="mod">
          <ac:chgData name="Shailen Smith" userId="62f3d6dc04fe1e60" providerId="LiveId" clId="{80C2C814-BF85-4654-953C-6C2110FA305E}" dt="2023-07-26T18:27:33.987" v="671" actId="1076"/>
          <ac:spMkLst>
            <pc:docMk/>
            <pc:sldMk cId="2608183952" sldId="268"/>
            <ac:spMk id="295" creationId="{00000000-0000-0000-0000-000000000000}"/>
          </ac:spMkLst>
        </pc:spChg>
        <pc:grpChg chg="add mod">
          <ac:chgData name="Shailen Smith" userId="62f3d6dc04fe1e60" providerId="LiveId" clId="{80C2C814-BF85-4654-953C-6C2110FA305E}" dt="2023-07-26T18:27:33.987" v="671" actId="1076"/>
          <ac:grpSpMkLst>
            <pc:docMk/>
            <pc:sldMk cId="2608183952" sldId="268"/>
            <ac:grpSpMk id="3" creationId="{73085F14-ECAF-A6C4-1248-B3A5949251AD}"/>
          </ac:grpSpMkLst>
        </pc:grpChg>
        <pc:grpChg chg="mod">
          <ac:chgData name="Shailen Smith" userId="62f3d6dc04fe1e60" providerId="LiveId" clId="{80C2C814-BF85-4654-953C-6C2110FA305E}" dt="2023-07-26T18:19:27.461" v="557" actId="14100"/>
          <ac:grpSpMkLst>
            <pc:docMk/>
            <pc:sldMk cId="2608183952" sldId="268"/>
            <ac:grpSpMk id="288" creationId="{00000000-0000-0000-0000-000000000000}"/>
          </ac:grpSpMkLst>
        </pc:grpChg>
        <pc:graphicFrameChg chg="del">
          <ac:chgData name="Shailen Smith" userId="62f3d6dc04fe1e60" providerId="LiveId" clId="{80C2C814-BF85-4654-953C-6C2110FA305E}" dt="2023-07-26T18:09:35.876" v="444" actId="478"/>
          <ac:graphicFrameMkLst>
            <pc:docMk/>
            <pc:sldMk cId="2608183952" sldId="268"/>
            <ac:graphicFrameMk id="298" creationId="{00000000-0000-0000-0000-000000000000}"/>
          </ac:graphicFrameMkLst>
        </pc:graphicFrameChg>
        <pc:picChg chg="mod">
          <ac:chgData name="Shailen Smith" userId="62f3d6dc04fe1e60" providerId="LiveId" clId="{80C2C814-BF85-4654-953C-6C2110FA305E}" dt="2023-07-26T18:22:21.245" v="616"/>
          <ac:picMkLst>
            <pc:docMk/>
            <pc:sldMk cId="2608183952" sldId="268"/>
            <ac:picMk id="5" creationId="{EF1BB7B1-03BA-21C8-08F3-5F7E07DE1EED}"/>
          </ac:picMkLst>
        </pc:picChg>
        <pc:picChg chg="add mod">
          <ac:chgData name="Shailen Smith" userId="62f3d6dc04fe1e60" providerId="LiveId" clId="{80C2C814-BF85-4654-953C-6C2110FA305E}" dt="2023-07-26T18:27:21.899" v="670" actId="571"/>
          <ac:picMkLst>
            <pc:docMk/>
            <pc:sldMk cId="2608183952" sldId="268"/>
            <ac:picMk id="8" creationId="{90B004B0-FFAE-B976-7E46-4E27B269F797}"/>
          </ac:picMkLst>
        </pc:picChg>
        <pc:picChg chg="add mod">
          <ac:chgData name="Shailen Smith" userId="62f3d6dc04fe1e60" providerId="LiveId" clId="{80C2C814-BF85-4654-953C-6C2110FA305E}" dt="2023-07-26T18:27:21.899" v="670" actId="571"/>
          <ac:picMkLst>
            <pc:docMk/>
            <pc:sldMk cId="2608183952" sldId="268"/>
            <ac:picMk id="9" creationId="{0809EB2A-A422-C65F-0B39-FAD8C82BD947}"/>
          </ac:picMkLst>
        </pc:picChg>
        <pc:picChg chg="add mod">
          <ac:chgData name="Shailen Smith" userId="62f3d6dc04fe1e60" providerId="LiveId" clId="{80C2C814-BF85-4654-953C-6C2110FA305E}" dt="2023-07-26T18:27:21.899" v="670" actId="571"/>
          <ac:picMkLst>
            <pc:docMk/>
            <pc:sldMk cId="2608183952" sldId="268"/>
            <ac:picMk id="10" creationId="{78439AD6-F917-BF9A-3E9C-F1C184201E85}"/>
          </ac:picMkLst>
        </pc:picChg>
        <pc:picChg chg="add mod">
          <ac:chgData name="Shailen Smith" userId="62f3d6dc04fe1e60" providerId="LiveId" clId="{80C2C814-BF85-4654-953C-6C2110FA305E}" dt="2023-07-26T18:27:21.899" v="670" actId="571"/>
          <ac:picMkLst>
            <pc:docMk/>
            <pc:sldMk cId="2608183952" sldId="268"/>
            <ac:picMk id="11" creationId="{770B3BB3-8FED-D842-B522-85911E88396D}"/>
          </ac:picMkLst>
        </pc:picChg>
        <pc:picChg chg="mod ord">
          <ac:chgData name="Shailen Smith" userId="62f3d6dc04fe1e60" providerId="LiveId" clId="{80C2C814-BF85-4654-953C-6C2110FA305E}" dt="2023-07-26T18:27:33.987" v="671" actId="1076"/>
          <ac:picMkLst>
            <pc:docMk/>
            <pc:sldMk cId="2608183952" sldId="268"/>
            <ac:picMk id="268" creationId="{00000000-0000-0000-0000-000000000000}"/>
          </ac:picMkLst>
        </pc:picChg>
        <pc:picChg chg="mod">
          <ac:chgData name="Shailen Smith" userId="62f3d6dc04fe1e60" providerId="LiveId" clId="{80C2C814-BF85-4654-953C-6C2110FA305E}" dt="2023-07-26T18:31:01.385" v="767" actId="1076"/>
          <ac:picMkLst>
            <pc:docMk/>
            <pc:sldMk cId="2608183952" sldId="268"/>
            <ac:picMk id="276" creationId="{00000000-0000-0000-0000-000000000000}"/>
          </ac:picMkLst>
        </pc:picChg>
        <pc:picChg chg="mod">
          <ac:chgData name="Shailen Smith" userId="62f3d6dc04fe1e60" providerId="LiveId" clId="{80C2C814-BF85-4654-953C-6C2110FA305E}" dt="2023-07-26T18:27:33.987" v="671" actId="1076"/>
          <ac:picMkLst>
            <pc:docMk/>
            <pc:sldMk cId="2608183952" sldId="268"/>
            <ac:picMk id="278" creationId="{00000000-0000-0000-0000-000000000000}"/>
          </ac:picMkLst>
        </pc:picChg>
        <pc:picChg chg="mod">
          <ac:chgData name="Shailen Smith" userId="62f3d6dc04fe1e60" providerId="LiveId" clId="{80C2C814-BF85-4654-953C-6C2110FA305E}" dt="2023-07-26T18:27:33.987" v="671" actId="1076"/>
          <ac:picMkLst>
            <pc:docMk/>
            <pc:sldMk cId="2608183952" sldId="268"/>
            <ac:picMk id="279" creationId="{00000000-0000-0000-0000-000000000000}"/>
          </ac:picMkLst>
        </pc:picChg>
        <pc:picChg chg="mod">
          <ac:chgData name="Shailen Smith" userId="62f3d6dc04fe1e60" providerId="LiveId" clId="{80C2C814-BF85-4654-953C-6C2110FA305E}" dt="2023-07-26T18:29:50.744" v="763" actId="1076"/>
          <ac:picMkLst>
            <pc:docMk/>
            <pc:sldMk cId="2608183952" sldId="268"/>
            <ac:picMk id="280" creationId="{00000000-0000-0000-0000-000000000000}"/>
          </ac:picMkLst>
        </pc:picChg>
        <pc:picChg chg="mod">
          <ac:chgData name="Shailen Smith" userId="62f3d6dc04fe1e60" providerId="LiveId" clId="{80C2C814-BF85-4654-953C-6C2110FA305E}" dt="2023-07-26T17:52:33.972" v="441" actId="14100"/>
          <ac:picMkLst>
            <pc:docMk/>
            <pc:sldMk cId="2608183952" sldId="268"/>
            <ac:picMk id="286" creationId="{00000000-0000-0000-0000-000000000000}"/>
          </ac:picMkLst>
        </pc:picChg>
        <pc:picChg chg="mod">
          <ac:chgData name="Shailen Smith" userId="62f3d6dc04fe1e60" providerId="LiveId" clId="{80C2C814-BF85-4654-953C-6C2110FA305E}" dt="2023-07-26T18:27:33.987" v="671" actId="1076"/>
          <ac:picMkLst>
            <pc:docMk/>
            <pc:sldMk cId="2608183952" sldId="268"/>
            <ac:picMk id="291" creationId="{00000000-0000-0000-0000-000000000000}"/>
          </ac:picMkLst>
        </pc:picChg>
        <pc:picChg chg="mod">
          <ac:chgData name="Shailen Smith" userId="62f3d6dc04fe1e60" providerId="LiveId" clId="{80C2C814-BF85-4654-953C-6C2110FA305E}" dt="2023-07-26T17:51:59.777" v="438" actId="1076"/>
          <ac:picMkLst>
            <pc:docMk/>
            <pc:sldMk cId="2608183952" sldId="268"/>
            <ac:picMk id="292" creationId="{00000000-0000-0000-0000-000000000000}"/>
          </ac:picMkLst>
        </pc:picChg>
        <pc:picChg chg="mod">
          <ac:chgData name="Shailen Smith" userId="62f3d6dc04fe1e60" providerId="LiveId" clId="{80C2C814-BF85-4654-953C-6C2110FA305E}" dt="2023-07-26T18:27:33.987" v="671" actId="1076"/>
          <ac:picMkLst>
            <pc:docMk/>
            <pc:sldMk cId="2608183952" sldId="268"/>
            <ac:picMk id="293" creationId="{00000000-0000-0000-0000-000000000000}"/>
          </ac:picMkLst>
        </pc:picChg>
        <pc:picChg chg="del mod ord">
          <ac:chgData name="Shailen Smith" userId="62f3d6dc04fe1e60" providerId="LiveId" clId="{80C2C814-BF85-4654-953C-6C2110FA305E}" dt="2023-07-26T18:22:19.479" v="614" actId="478"/>
          <ac:picMkLst>
            <pc:docMk/>
            <pc:sldMk cId="2608183952" sldId="268"/>
            <ac:picMk id="299" creationId="{00000000-0000-0000-0000-000000000000}"/>
          </ac:picMkLst>
        </pc:picChg>
        <pc:picChg chg="mod ord">
          <ac:chgData name="Shailen Smith" userId="62f3d6dc04fe1e60" providerId="LiveId" clId="{80C2C814-BF85-4654-953C-6C2110FA305E}" dt="2023-07-26T18:32:51.081" v="775" actId="1076"/>
          <ac:picMkLst>
            <pc:docMk/>
            <pc:sldMk cId="2608183952" sldId="268"/>
            <ac:picMk id="300" creationId="{00000000-0000-0000-0000-000000000000}"/>
          </ac:picMkLst>
        </pc:picChg>
        <pc:picChg chg="mod">
          <ac:chgData name="Shailen Smith" userId="62f3d6dc04fe1e60" providerId="LiveId" clId="{80C2C814-BF85-4654-953C-6C2110FA305E}" dt="2023-07-26T18:29:25.359" v="760" actId="1076"/>
          <ac:picMkLst>
            <pc:docMk/>
            <pc:sldMk cId="2608183952" sldId="268"/>
            <ac:picMk id="301" creationId="{00000000-0000-0000-0000-000000000000}"/>
          </ac:picMkLst>
        </pc:picChg>
      </pc:sldChg>
      <pc:sldChg chg="addSp delSp modSp add del mod">
        <pc:chgData name="Shailen Smith" userId="62f3d6dc04fe1e60" providerId="LiveId" clId="{80C2C814-BF85-4654-953C-6C2110FA305E}" dt="2023-07-27T15:23:49.784" v="2686" actId="47"/>
        <pc:sldMkLst>
          <pc:docMk/>
          <pc:sldMk cId="163431123" sldId="269"/>
        </pc:sldMkLst>
        <pc:spChg chg="mod">
          <ac:chgData name="Shailen Smith" userId="62f3d6dc04fe1e60" providerId="LiveId" clId="{80C2C814-BF85-4654-953C-6C2110FA305E}" dt="2023-07-26T18:38:38.644" v="841" actId="14100"/>
          <ac:spMkLst>
            <pc:docMk/>
            <pc:sldMk cId="163431123" sldId="269"/>
            <ac:spMk id="2" creationId="{374AE500-A85D-19F5-EA61-38CA0BD983D0}"/>
          </ac:spMkLst>
        </pc:spChg>
        <pc:spChg chg="add mod ord">
          <ac:chgData name="Shailen Smith" userId="62f3d6dc04fe1e60" providerId="LiveId" clId="{80C2C814-BF85-4654-953C-6C2110FA305E}" dt="2023-07-26T18:42:23.295" v="873" actId="167"/>
          <ac:spMkLst>
            <pc:docMk/>
            <pc:sldMk cId="163431123" sldId="269"/>
            <ac:spMk id="6" creationId="{38C7E6D9-8034-C40A-0969-D85DE57195B2}"/>
          </ac:spMkLst>
        </pc:spChg>
        <pc:spChg chg="add mod ord">
          <ac:chgData name="Shailen Smith" userId="62f3d6dc04fe1e60" providerId="LiveId" clId="{80C2C814-BF85-4654-953C-6C2110FA305E}" dt="2023-07-26T18:42:57.931" v="879" actId="167"/>
          <ac:spMkLst>
            <pc:docMk/>
            <pc:sldMk cId="163431123" sldId="269"/>
            <ac:spMk id="7" creationId="{7286E410-2D9E-47FE-3E10-D1DC0A824E56}"/>
          </ac:spMkLst>
        </pc:spChg>
        <pc:spChg chg="del mod">
          <ac:chgData name="Shailen Smith" userId="62f3d6dc04fe1e60" providerId="LiveId" clId="{80C2C814-BF85-4654-953C-6C2110FA305E}" dt="2023-07-26T18:41:55.438" v="866" actId="478"/>
          <ac:spMkLst>
            <pc:docMk/>
            <pc:sldMk cId="163431123" sldId="269"/>
            <ac:spMk id="15" creationId="{05364CC7-A009-798F-3EE5-FA146D03C66C}"/>
          </ac:spMkLst>
        </pc:spChg>
        <pc:spChg chg="mod">
          <ac:chgData name="Shailen Smith" userId="62f3d6dc04fe1e60" providerId="LiveId" clId="{80C2C814-BF85-4654-953C-6C2110FA305E}" dt="2023-07-26T18:43:19.251" v="882" actId="14100"/>
          <ac:spMkLst>
            <pc:docMk/>
            <pc:sldMk cId="163431123" sldId="269"/>
            <ac:spMk id="269" creationId="{00000000-0000-0000-0000-000000000000}"/>
          </ac:spMkLst>
        </pc:spChg>
        <pc:spChg chg="mod">
          <ac:chgData name="Shailen Smith" userId="62f3d6dc04fe1e60" providerId="LiveId" clId="{80C2C814-BF85-4654-953C-6C2110FA305E}" dt="2023-07-26T18:46:09.264" v="889" actId="14100"/>
          <ac:spMkLst>
            <pc:docMk/>
            <pc:sldMk cId="163431123" sldId="269"/>
            <ac:spMk id="270" creationId="{00000000-0000-0000-0000-000000000000}"/>
          </ac:spMkLst>
        </pc:spChg>
        <pc:spChg chg="mod">
          <ac:chgData name="Shailen Smith" userId="62f3d6dc04fe1e60" providerId="LiveId" clId="{80C2C814-BF85-4654-953C-6C2110FA305E}" dt="2023-07-26T18:43:14.692" v="881" actId="14100"/>
          <ac:spMkLst>
            <pc:docMk/>
            <pc:sldMk cId="163431123" sldId="269"/>
            <ac:spMk id="275" creationId="{00000000-0000-0000-0000-000000000000}"/>
          </ac:spMkLst>
        </pc:spChg>
        <pc:spChg chg="mod">
          <ac:chgData name="Shailen Smith" userId="62f3d6dc04fe1e60" providerId="LiveId" clId="{80C2C814-BF85-4654-953C-6C2110FA305E}" dt="2023-07-26T18:46:09.623" v="890" actId="1076"/>
          <ac:spMkLst>
            <pc:docMk/>
            <pc:sldMk cId="163431123" sldId="269"/>
            <ac:spMk id="283" creationId="{00000000-0000-0000-0000-000000000000}"/>
          </ac:spMkLst>
        </pc:spChg>
        <pc:spChg chg="mod">
          <ac:chgData name="Shailen Smith" userId="62f3d6dc04fe1e60" providerId="LiveId" clId="{80C2C814-BF85-4654-953C-6C2110FA305E}" dt="2023-07-26T18:42:33.749" v="875" actId="1076"/>
          <ac:spMkLst>
            <pc:docMk/>
            <pc:sldMk cId="163431123" sldId="269"/>
            <ac:spMk id="284" creationId="{00000000-0000-0000-0000-000000000000}"/>
          </ac:spMkLst>
        </pc:spChg>
        <pc:spChg chg="mod">
          <ac:chgData name="Shailen Smith" userId="62f3d6dc04fe1e60" providerId="LiveId" clId="{80C2C814-BF85-4654-953C-6C2110FA305E}" dt="2023-07-26T18:43:04.022" v="880" actId="1076"/>
          <ac:spMkLst>
            <pc:docMk/>
            <pc:sldMk cId="163431123" sldId="269"/>
            <ac:spMk id="285" creationId="{00000000-0000-0000-0000-000000000000}"/>
          </ac:spMkLst>
        </pc:spChg>
        <pc:spChg chg="mod">
          <ac:chgData name="Shailen Smith" userId="62f3d6dc04fe1e60" providerId="LiveId" clId="{80C2C814-BF85-4654-953C-6C2110FA305E}" dt="2023-07-26T18:41:36.639" v="864" actId="1076"/>
          <ac:spMkLst>
            <pc:docMk/>
            <pc:sldMk cId="163431123" sldId="269"/>
            <ac:spMk id="287" creationId="{00000000-0000-0000-0000-000000000000}"/>
          </ac:spMkLst>
        </pc:spChg>
        <pc:spChg chg="del mod">
          <ac:chgData name="Shailen Smith" userId="62f3d6dc04fe1e60" providerId="LiveId" clId="{80C2C814-BF85-4654-953C-6C2110FA305E}" dt="2023-07-26T18:39:48.827" v="854" actId="478"/>
          <ac:spMkLst>
            <pc:docMk/>
            <pc:sldMk cId="163431123" sldId="269"/>
            <ac:spMk id="295" creationId="{00000000-0000-0000-0000-000000000000}"/>
          </ac:spMkLst>
        </pc:spChg>
        <pc:grpChg chg="del mod">
          <ac:chgData name="Shailen Smith" userId="62f3d6dc04fe1e60" providerId="LiveId" clId="{80C2C814-BF85-4654-953C-6C2110FA305E}" dt="2023-07-26T18:39:48.827" v="854" actId="478"/>
          <ac:grpSpMkLst>
            <pc:docMk/>
            <pc:sldMk cId="163431123" sldId="269"/>
            <ac:grpSpMk id="3" creationId="{73085F14-ECAF-A6C4-1248-B3A5949251AD}"/>
          </ac:grpSpMkLst>
        </pc:grpChg>
        <pc:picChg chg="add mod">
          <ac:chgData name="Shailen Smith" userId="62f3d6dc04fe1e60" providerId="LiveId" clId="{80C2C814-BF85-4654-953C-6C2110FA305E}" dt="2023-07-26T18:45:13.236" v="886" actId="1076"/>
          <ac:picMkLst>
            <pc:docMk/>
            <pc:sldMk cId="163431123" sldId="269"/>
            <ac:picMk id="9" creationId="{96A20D9B-05D6-1B39-78AE-F38DAFF527AA}"/>
          </ac:picMkLst>
        </pc:picChg>
        <pc:picChg chg="del mod">
          <ac:chgData name="Shailen Smith" userId="62f3d6dc04fe1e60" providerId="LiveId" clId="{80C2C814-BF85-4654-953C-6C2110FA305E}" dt="2023-07-26T18:39:48.827" v="854" actId="478"/>
          <ac:picMkLst>
            <pc:docMk/>
            <pc:sldMk cId="163431123" sldId="269"/>
            <ac:picMk id="268" creationId="{00000000-0000-0000-0000-000000000000}"/>
          </ac:picMkLst>
        </pc:picChg>
        <pc:picChg chg="mod">
          <ac:chgData name="Shailen Smith" userId="62f3d6dc04fe1e60" providerId="LiveId" clId="{80C2C814-BF85-4654-953C-6C2110FA305E}" dt="2023-07-26T18:42:26.443" v="874" actId="1076"/>
          <ac:picMkLst>
            <pc:docMk/>
            <pc:sldMk cId="163431123" sldId="269"/>
            <ac:picMk id="276" creationId="{00000000-0000-0000-0000-000000000000}"/>
          </ac:picMkLst>
        </pc:picChg>
        <pc:picChg chg="del mod">
          <ac:chgData name="Shailen Smith" userId="62f3d6dc04fe1e60" providerId="LiveId" clId="{80C2C814-BF85-4654-953C-6C2110FA305E}" dt="2023-07-26T18:39:37.396" v="851" actId="478"/>
          <ac:picMkLst>
            <pc:docMk/>
            <pc:sldMk cId="163431123" sldId="269"/>
            <ac:picMk id="278" creationId="{00000000-0000-0000-0000-000000000000}"/>
          </ac:picMkLst>
        </pc:picChg>
        <pc:picChg chg="mod">
          <ac:chgData name="Shailen Smith" userId="62f3d6dc04fe1e60" providerId="LiveId" clId="{80C2C814-BF85-4654-953C-6C2110FA305E}" dt="2023-07-26T18:42:02.419" v="867" actId="1076"/>
          <ac:picMkLst>
            <pc:docMk/>
            <pc:sldMk cId="163431123" sldId="269"/>
            <ac:picMk id="279" creationId="{00000000-0000-0000-0000-000000000000}"/>
          </ac:picMkLst>
        </pc:picChg>
        <pc:picChg chg="mod">
          <ac:chgData name="Shailen Smith" userId="62f3d6dc04fe1e60" providerId="LiveId" clId="{80C2C814-BF85-4654-953C-6C2110FA305E}" dt="2023-07-26T18:42:33.749" v="875" actId="1076"/>
          <ac:picMkLst>
            <pc:docMk/>
            <pc:sldMk cId="163431123" sldId="269"/>
            <ac:picMk id="280" creationId="{00000000-0000-0000-0000-000000000000}"/>
          </ac:picMkLst>
        </pc:picChg>
        <pc:picChg chg="mod">
          <ac:chgData name="Shailen Smith" userId="62f3d6dc04fe1e60" providerId="LiveId" clId="{80C2C814-BF85-4654-953C-6C2110FA305E}" dt="2023-07-26T18:40:21.534" v="860" actId="1076"/>
          <ac:picMkLst>
            <pc:docMk/>
            <pc:sldMk cId="163431123" sldId="269"/>
            <ac:picMk id="291" creationId="{00000000-0000-0000-0000-000000000000}"/>
          </ac:picMkLst>
        </pc:picChg>
        <pc:picChg chg="mod">
          <ac:chgData name="Shailen Smith" userId="62f3d6dc04fe1e60" providerId="LiveId" clId="{80C2C814-BF85-4654-953C-6C2110FA305E}" dt="2023-07-26T18:40:25.822" v="861" actId="1076"/>
          <ac:picMkLst>
            <pc:docMk/>
            <pc:sldMk cId="163431123" sldId="269"/>
            <ac:picMk id="293" creationId="{00000000-0000-0000-0000-000000000000}"/>
          </ac:picMkLst>
        </pc:picChg>
        <pc:picChg chg="mod">
          <ac:chgData name="Shailen Smith" userId="62f3d6dc04fe1e60" providerId="LiveId" clId="{80C2C814-BF85-4654-953C-6C2110FA305E}" dt="2023-07-26T18:41:31.119" v="863" actId="1076"/>
          <ac:picMkLst>
            <pc:docMk/>
            <pc:sldMk cId="163431123" sldId="269"/>
            <ac:picMk id="300" creationId="{00000000-0000-0000-0000-000000000000}"/>
          </ac:picMkLst>
        </pc:picChg>
      </pc:sldChg>
      <pc:sldChg chg="addSp delSp modSp add del mod setBg">
        <pc:chgData name="Shailen Smith" userId="62f3d6dc04fe1e60" providerId="LiveId" clId="{80C2C814-BF85-4654-953C-6C2110FA305E}" dt="2023-07-27T15:25:18.288" v="2702" actId="47"/>
        <pc:sldMkLst>
          <pc:docMk/>
          <pc:sldMk cId="755490651" sldId="270"/>
        </pc:sldMkLst>
        <pc:spChg chg="mod">
          <ac:chgData name="Shailen Smith" userId="62f3d6dc04fe1e60" providerId="LiveId" clId="{80C2C814-BF85-4654-953C-6C2110FA305E}" dt="2023-07-26T20:34:40.308" v="1728" actId="14100"/>
          <ac:spMkLst>
            <pc:docMk/>
            <pc:sldMk cId="755490651" sldId="270"/>
            <ac:spMk id="2" creationId="{374AE500-A85D-19F5-EA61-38CA0BD983D0}"/>
          </ac:spMkLst>
        </pc:spChg>
        <pc:spChg chg="add mod">
          <ac:chgData name="Shailen Smith" userId="62f3d6dc04fe1e60" providerId="LiveId" clId="{80C2C814-BF85-4654-953C-6C2110FA305E}" dt="2023-07-26T19:09:47.978" v="1440" actId="1076"/>
          <ac:spMkLst>
            <pc:docMk/>
            <pc:sldMk cId="755490651" sldId="270"/>
            <ac:spMk id="4" creationId="{AB625929-4093-366E-5196-436ADC1AD57D}"/>
          </ac:spMkLst>
        </pc:spChg>
        <pc:spChg chg="add mod">
          <ac:chgData name="Shailen Smith" userId="62f3d6dc04fe1e60" providerId="LiveId" clId="{80C2C814-BF85-4654-953C-6C2110FA305E}" dt="2023-07-26T19:09:47.978" v="1440" actId="1076"/>
          <ac:spMkLst>
            <pc:docMk/>
            <pc:sldMk cId="755490651" sldId="270"/>
            <ac:spMk id="5" creationId="{A083F5B9-C6CA-83AD-6758-2F7F42571E82}"/>
          </ac:spMkLst>
        </pc:spChg>
        <pc:spChg chg="mod">
          <ac:chgData name="Shailen Smith" userId="62f3d6dc04fe1e60" providerId="LiveId" clId="{80C2C814-BF85-4654-953C-6C2110FA305E}" dt="2023-07-26T19:08:24.894" v="1433" actId="1076"/>
          <ac:spMkLst>
            <pc:docMk/>
            <pc:sldMk cId="755490651" sldId="270"/>
            <ac:spMk id="6" creationId="{38C7E6D9-8034-C40A-0969-D85DE57195B2}"/>
          </ac:spMkLst>
        </pc:spChg>
        <pc:spChg chg="del mod">
          <ac:chgData name="Shailen Smith" userId="62f3d6dc04fe1e60" providerId="LiveId" clId="{80C2C814-BF85-4654-953C-6C2110FA305E}" dt="2023-07-26T18:51:54.405" v="927" actId="478"/>
          <ac:spMkLst>
            <pc:docMk/>
            <pc:sldMk cId="755490651" sldId="270"/>
            <ac:spMk id="7" creationId="{7286E410-2D9E-47FE-3E10-D1DC0A824E56}"/>
          </ac:spMkLst>
        </pc:spChg>
        <pc:spChg chg="add mod">
          <ac:chgData name="Shailen Smith" userId="62f3d6dc04fe1e60" providerId="LiveId" clId="{80C2C814-BF85-4654-953C-6C2110FA305E}" dt="2023-07-26T19:08:24.894" v="1433" actId="1076"/>
          <ac:spMkLst>
            <pc:docMk/>
            <pc:sldMk cId="755490651" sldId="270"/>
            <ac:spMk id="10" creationId="{22F6694C-25E9-6952-B789-56C32A7E0D6D}"/>
          </ac:spMkLst>
        </pc:spChg>
        <pc:spChg chg="add mod">
          <ac:chgData name="Shailen Smith" userId="62f3d6dc04fe1e60" providerId="LiveId" clId="{80C2C814-BF85-4654-953C-6C2110FA305E}" dt="2023-07-26T19:08:24.894" v="1433" actId="1076"/>
          <ac:spMkLst>
            <pc:docMk/>
            <pc:sldMk cId="755490651" sldId="270"/>
            <ac:spMk id="11" creationId="{5182610E-B10E-85C9-9C9B-DF10FB3E09A4}"/>
          </ac:spMkLst>
        </pc:spChg>
        <pc:spChg chg="add mod">
          <ac:chgData name="Shailen Smith" userId="62f3d6dc04fe1e60" providerId="LiveId" clId="{80C2C814-BF85-4654-953C-6C2110FA305E}" dt="2023-07-26T19:08:24.894" v="1433" actId="1076"/>
          <ac:spMkLst>
            <pc:docMk/>
            <pc:sldMk cId="755490651" sldId="270"/>
            <ac:spMk id="12" creationId="{82A8D058-8D52-5D84-4677-46005B7E4D09}"/>
          </ac:spMkLst>
        </pc:spChg>
        <pc:spChg chg="add del mod">
          <ac:chgData name="Shailen Smith" userId="62f3d6dc04fe1e60" providerId="LiveId" clId="{80C2C814-BF85-4654-953C-6C2110FA305E}" dt="2023-07-26T19:46:13.330" v="1644" actId="478"/>
          <ac:spMkLst>
            <pc:docMk/>
            <pc:sldMk cId="755490651" sldId="270"/>
            <ac:spMk id="14" creationId="{F16349C7-E54C-77D0-30D6-ABC7DFB05FC8}"/>
          </ac:spMkLst>
        </pc:spChg>
        <pc:spChg chg="add mod">
          <ac:chgData name="Shailen Smith" userId="62f3d6dc04fe1e60" providerId="LiveId" clId="{80C2C814-BF85-4654-953C-6C2110FA305E}" dt="2023-07-26T19:48:53.080" v="1680" actId="1036"/>
          <ac:spMkLst>
            <pc:docMk/>
            <pc:sldMk cId="755490651" sldId="270"/>
            <ac:spMk id="15" creationId="{AACD8EC9-74CA-C918-7135-E185263AE392}"/>
          </ac:spMkLst>
        </pc:spChg>
        <pc:spChg chg="mod">
          <ac:chgData name="Shailen Smith" userId="62f3d6dc04fe1e60" providerId="LiveId" clId="{80C2C814-BF85-4654-953C-6C2110FA305E}" dt="2023-07-26T19:45:22.165" v="1640"/>
          <ac:spMkLst>
            <pc:docMk/>
            <pc:sldMk cId="755490651" sldId="270"/>
            <ac:spMk id="269" creationId="{00000000-0000-0000-0000-000000000000}"/>
          </ac:spMkLst>
        </pc:spChg>
        <pc:spChg chg="mod">
          <ac:chgData name="Shailen Smith" userId="62f3d6dc04fe1e60" providerId="LiveId" clId="{80C2C814-BF85-4654-953C-6C2110FA305E}" dt="2023-07-26T19:08:24.894" v="1433" actId="1076"/>
          <ac:spMkLst>
            <pc:docMk/>
            <pc:sldMk cId="755490651" sldId="270"/>
            <ac:spMk id="270" creationId="{00000000-0000-0000-0000-000000000000}"/>
          </ac:spMkLst>
        </pc:spChg>
        <pc:spChg chg="mod">
          <ac:chgData name="Shailen Smith" userId="62f3d6dc04fe1e60" providerId="LiveId" clId="{80C2C814-BF85-4654-953C-6C2110FA305E}" dt="2023-07-27T13:43:36.969" v="2619" actId="20577"/>
          <ac:spMkLst>
            <pc:docMk/>
            <pc:sldMk cId="755490651" sldId="270"/>
            <ac:spMk id="271" creationId="{00000000-0000-0000-0000-000000000000}"/>
          </ac:spMkLst>
        </pc:spChg>
        <pc:spChg chg="mod">
          <ac:chgData name="Shailen Smith" userId="62f3d6dc04fe1e60" providerId="LiveId" clId="{80C2C814-BF85-4654-953C-6C2110FA305E}" dt="2023-07-27T15:22:21.650" v="2672" actId="20577"/>
          <ac:spMkLst>
            <pc:docMk/>
            <pc:sldMk cId="755490651" sldId="270"/>
            <ac:spMk id="272" creationId="{00000000-0000-0000-0000-000000000000}"/>
          </ac:spMkLst>
        </pc:spChg>
        <pc:spChg chg="mod">
          <ac:chgData name="Shailen Smith" userId="62f3d6dc04fe1e60" providerId="LiveId" clId="{80C2C814-BF85-4654-953C-6C2110FA305E}" dt="2023-07-27T15:03:28.981" v="2657" actId="20577"/>
          <ac:spMkLst>
            <pc:docMk/>
            <pc:sldMk cId="755490651" sldId="270"/>
            <ac:spMk id="273" creationId="{00000000-0000-0000-0000-000000000000}"/>
          </ac:spMkLst>
        </pc:spChg>
        <pc:spChg chg="mod">
          <ac:chgData name="Shailen Smith" userId="62f3d6dc04fe1e60" providerId="LiveId" clId="{80C2C814-BF85-4654-953C-6C2110FA305E}" dt="2023-07-26T19:44:26.592" v="1637" actId="242"/>
          <ac:spMkLst>
            <pc:docMk/>
            <pc:sldMk cId="755490651" sldId="270"/>
            <ac:spMk id="274" creationId="{00000000-0000-0000-0000-000000000000}"/>
          </ac:spMkLst>
        </pc:spChg>
        <pc:spChg chg="mod">
          <ac:chgData name="Shailen Smith" userId="62f3d6dc04fe1e60" providerId="LiveId" clId="{80C2C814-BF85-4654-953C-6C2110FA305E}" dt="2023-07-26T20:56:14.586" v="2130" actId="20577"/>
          <ac:spMkLst>
            <pc:docMk/>
            <pc:sldMk cId="755490651" sldId="270"/>
            <ac:spMk id="275" creationId="{00000000-0000-0000-0000-000000000000}"/>
          </ac:spMkLst>
        </pc:spChg>
        <pc:spChg chg="mod">
          <ac:chgData name="Shailen Smith" userId="62f3d6dc04fe1e60" providerId="LiveId" clId="{80C2C814-BF85-4654-953C-6C2110FA305E}" dt="2023-07-27T15:03:54.888" v="2658" actId="1076"/>
          <ac:spMkLst>
            <pc:docMk/>
            <pc:sldMk cId="755490651" sldId="270"/>
            <ac:spMk id="283" creationId="{00000000-0000-0000-0000-000000000000}"/>
          </ac:spMkLst>
        </pc:spChg>
        <pc:spChg chg="mod">
          <ac:chgData name="Shailen Smith" userId="62f3d6dc04fe1e60" providerId="LiveId" clId="{80C2C814-BF85-4654-953C-6C2110FA305E}" dt="2023-07-26T19:08:24.894" v="1433" actId="1076"/>
          <ac:spMkLst>
            <pc:docMk/>
            <pc:sldMk cId="755490651" sldId="270"/>
            <ac:spMk id="284" creationId="{00000000-0000-0000-0000-000000000000}"/>
          </ac:spMkLst>
        </pc:spChg>
        <pc:spChg chg="mod">
          <ac:chgData name="Shailen Smith" userId="62f3d6dc04fe1e60" providerId="LiveId" clId="{80C2C814-BF85-4654-953C-6C2110FA305E}" dt="2023-07-26T20:43:32.194" v="2118" actId="1076"/>
          <ac:spMkLst>
            <pc:docMk/>
            <pc:sldMk cId="755490651" sldId="270"/>
            <ac:spMk id="285" creationId="{00000000-0000-0000-0000-000000000000}"/>
          </ac:spMkLst>
        </pc:spChg>
        <pc:spChg chg="mod">
          <ac:chgData name="Shailen Smith" userId="62f3d6dc04fe1e60" providerId="LiveId" clId="{80C2C814-BF85-4654-953C-6C2110FA305E}" dt="2023-07-26T19:08:24.894" v="1433" actId="1076"/>
          <ac:spMkLst>
            <pc:docMk/>
            <pc:sldMk cId="755490651" sldId="270"/>
            <ac:spMk id="287" creationId="{00000000-0000-0000-0000-000000000000}"/>
          </ac:spMkLst>
        </pc:spChg>
        <pc:grpChg chg="mod">
          <ac:chgData name="Shailen Smith" userId="62f3d6dc04fe1e60" providerId="LiveId" clId="{80C2C814-BF85-4654-953C-6C2110FA305E}" dt="2023-07-26T19:48:15.848" v="1667" actId="14100"/>
          <ac:grpSpMkLst>
            <pc:docMk/>
            <pc:sldMk cId="755490651" sldId="270"/>
            <ac:grpSpMk id="288" creationId="{00000000-0000-0000-0000-000000000000}"/>
          </ac:grpSpMkLst>
        </pc:grpChg>
        <pc:picChg chg="add mod">
          <ac:chgData name="Shailen Smith" userId="62f3d6dc04fe1e60" providerId="LiveId" clId="{80C2C814-BF85-4654-953C-6C2110FA305E}" dt="2023-07-26T19:09:47.978" v="1440" actId="1076"/>
          <ac:picMkLst>
            <pc:docMk/>
            <pc:sldMk cId="755490651" sldId="270"/>
            <ac:picMk id="3" creationId="{0E527087-1B32-7EAA-A080-E6BCE11323B9}"/>
          </ac:picMkLst>
        </pc:picChg>
        <pc:picChg chg="add mod">
          <ac:chgData name="Shailen Smith" userId="62f3d6dc04fe1e60" providerId="LiveId" clId="{80C2C814-BF85-4654-953C-6C2110FA305E}" dt="2023-07-26T19:09:47.978" v="1440" actId="1076"/>
          <ac:picMkLst>
            <pc:docMk/>
            <pc:sldMk cId="755490651" sldId="270"/>
            <ac:picMk id="8" creationId="{A6D6C553-6D91-0945-9919-2570DA5E3CF9}"/>
          </ac:picMkLst>
        </pc:picChg>
        <pc:picChg chg="mod">
          <ac:chgData name="Shailen Smith" userId="62f3d6dc04fe1e60" providerId="LiveId" clId="{80C2C814-BF85-4654-953C-6C2110FA305E}" dt="2023-07-26T19:08:24.894" v="1433" actId="1076"/>
          <ac:picMkLst>
            <pc:docMk/>
            <pc:sldMk cId="755490651" sldId="270"/>
            <ac:picMk id="9" creationId="{96A20D9B-05D6-1B39-78AE-F38DAFF527AA}"/>
          </ac:picMkLst>
        </pc:picChg>
        <pc:picChg chg="add mod">
          <ac:chgData name="Shailen Smith" userId="62f3d6dc04fe1e60" providerId="LiveId" clId="{80C2C814-BF85-4654-953C-6C2110FA305E}" dt="2023-07-26T19:29:37.272" v="1521" actId="1076"/>
          <ac:picMkLst>
            <pc:docMk/>
            <pc:sldMk cId="755490651" sldId="270"/>
            <ac:picMk id="13" creationId="{58A8E249-01A8-64F2-7CCA-45C62D17870B}"/>
          </ac:picMkLst>
        </pc:picChg>
        <pc:picChg chg="add mod modCrop">
          <ac:chgData name="Shailen Smith" userId="62f3d6dc04fe1e60" providerId="LiveId" clId="{80C2C814-BF85-4654-953C-6C2110FA305E}" dt="2023-07-26T19:51:39.782" v="1698" actId="732"/>
          <ac:picMkLst>
            <pc:docMk/>
            <pc:sldMk cId="755490651" sldId="270"/>
            <ac:picMk id="17" creationId="{B63AFDEE-8075-9FA9-895B-851AD0A4B0E5}"/>
          </ac:picMkLst>
        </pc:picChg>
        <pc:picChg chg="add mod modCrop">
          <ac:chgData name="Shailen Smith" userId="62f3d6dc04fe1e60" providerId="LiveId" clId="{80C2C814-BF85-4654-953C-6C2110FA305E}" dt="2023-07-26T20:43:27.845" v="2117" actId="1076"/>
          <ac:picMkLst>
            <pc:docMk/>
            <pc:sldMk cId="755490651" sldId="270"/>
            <ac:picMk id="19" creationId="{4488B7EC-F2EA-DC57-BEDD-CEF6F2B6AFC6}"/>
          </ac:picMkLst>
        </pc:picChg>
        <pc:picChg chg="add mod">
          <ac:chgData name="Shailen Smith" userId="62f3d6dc04fe1e60" providerId="LiveId" clId="{80C2C814-BF85-4654-953C-6C2110FA305E}" dt="2023-07-26T20:34:07.860" v="1723" actId="1076"/>
          <ac:picMkLst>
            <pc:docMk/>
            <pc:sldMk cId="755490651" sldId="270"/>
            <ac:picMk id="21" creationId="{712AA503-B62D-1E84-766D-7C60B278F804}"/>
          </ac:picMkLst>
        </pc:picChg>
        <pc:picChg chg="add mod">
          <ac:chgData name="Shailen Smith" userId="62f3d6dc04fe1e60" providerId="LiveId" clId="{80C2C814-BF85-4654-953C-6C2110FA305E}" dt="2023-07-26T20:55:50.962" v="2125" actId="1076"/>
          <ac:picMkLst>
            <pc:docMk/>
            <pc:sldMk cId="755490651" sldId="270"/>
            <ac:picMk id="23" creationId="{ED73A08B-E74F-C446-8111-9D67B6208405}"/>
          </ac:picMkLst>
        </pc:picChg>
        <pc:picChg chg="del mod ord">
          <ac:chgData name="Shailen Smith" userId="62f3d6dc04fe1e60" providerId="LiveId" clId="{80C2C814-BF85-4654-953C-6C2110FA305E}" dt="2023-07-26T19:29:08.023" v="1514" actId="478"/>
          <ac:picMkLst>
            <pc:docMk/>
            <pc:sldMk cId="755490651" sldId="270"/>
            <ac:picMk id="276" creationId="{00000000-0000-0000-0000-000000000000}"/>
          </ac:picMkLst>
        </pc:picChg>
        <pc:picChg chg="mod">
          <ac:chgData name="Shailen Smith" userId="62f3d6dc04fe1e60" providerId="LiveId" clId="{80C2C814-BF85-4654-953C-6C2110FA305E}" dt="2023-07-26T19:08:24.894" v="1433" actId="1076"/>
          <ac:picMkLst>
            <pc:docMk/>
            <pc:sldMk cId="755490651" sldId="270"/>
            <ac:picMk id="279" creationId="{00000000-0000-0000-0000-000000000000}"/>
          </ac:picMkLst>
        </pc:picChg>
        <pc:picChg chg="del mod">
          <ac:chgData name="Shailen Smith" userId="62f3d6dc04fe1e60" providerId="LiveId" clId="{80C2C814-BF85-4654-953C-6C2110FA305E}" dt="2023-07-26T20:55:48.068" v="2124" actId="478"/>
          <ac:picMkLst>
            <pc:docMk/>
            <pc:sldMk cId="755490651" sldId="270"/>
            <ac:picMk id="280" creationId="{00000000-0000-0000-0000-000000000000}"/>
          </ac:picMkLst>
        </pc:picChg>
        <pc:picChg chg="mod">
          <ac:chgData name="Shailen Smith" userId="62f3d6dc04fe1e60" providerId="LiveId" clId="{80C2C814-BF85-4654-953C-6C2110FA305E}" dt="2023-07-26T19:09:09.566" v="1439" actId="1076"/>
          <ac:picMkLst>
            <pc:docMk/>
            <pc:sldMk cId="755490651" sldId="270"/>
            <ac:picMk id="286" creationId="{00000000-0000-0000-0000-000000000000}"/>
          </ac:picMkLst>
        </pc:picChg>
        <pc:picChg chg="mod">
          <ac:chgData name="Shailen Smith" userId="62f3d6dc04fe1e60" providerId="LiveId" clId="{80C2C814-BF85-4654-953C-6C2110FA305E}" dt="2023-07-26T19:34:59.126" v="1527" actId="1076"/>
          <ac:picMkLst>
            <pc:docMk/>
            <pc:sldMk cId="755490651" sldId="270"/>
            <ac:picMk id="289" creationId="{00000000-0000-0000-0000-000000000000}"/>
          </ac:picMkLst>
        </pc:picChg>
        <pc:picChg chg="mod">
          <ac:chgData name="Shailen Smith" userId="62f3d6dc04fe1e60" providerId="LiveId" clId="{80C2C814-BF85-4654-953C-6C2110FA305E}" dt="2023-07-26T19:34:59.126" v="1527" actId="1076"/>
          <ac:picMkLst>
            <pc:docMk/>
            <pc:sldMk cId="755490651" sldId="270"/>
            <ac:picMk id="290" creationId="{00000000-0000-0000-0000-000000000000}"/>
          </ac:picMkLst>
        </pc:picChg>
        <pc:picChg chg="del mod">
          <ac:chgData name="Shailen Smith" userId="62f3d6dc04fe1e60" providerId="LiveId" clId="{80C2C814-BF85-4654-953C-6C2110FA305E}" dt="2023-07-26T19:50:47.584" v="1684" actId="478"/>
          <ac:picMkLst>
            <pc:docMk/>
            <pc:sldMk cId="755490651" sldId="270"/>
            <ac:picMk id="291" creationId="{00000000-0000-0000-0000-000000000000}"/>
          </ac:picMkLst>
        </pc:picChg>
        <pc:picChg chg="mod">
          <ac:chgData name="Shailen Smith" userId="62f3d6dc04fe1e60" providerId="LiveId" clId="{80C2C814-BF85-4654-953C-6C2110FA305E}" dt="2023-07-26T19:46:54.137" v="1661" actId="1076"/>
          <ac:picMkLst>
            <pc:docMk/>
            <pc:sldMk cId="755490651" sldId="270"/>
            <ac:picMk id="292" creationId="{00000000-0000-0000-0000-000000000000}"/>
          </ac:picMkLst>
        </pc:picChg>
        <pc:picChg chg="del mod">
          <ac:chgData name="Shailen Smith" userId="62f3d6dc04fe1e60" providerId="LiveId" clId="{80C2C814-BF85-4654-953C-6C2110FA305E}" dt="2023-07-26T19:53:04.460" v="1710" actId="478"/>
          <ac:picMkLst>
            <pc:docMk/>
            <pc:sldMk cId="755490651" sldId="270"/>
            <ac:picMk id="293" creationId="{00000000-0000-0000-0000-000000000000}"/>
          </ac:picMkLst>
        </pc:picChg>
        <pc:picChg chg="mod">
          <ac:chgData name="Shailen Smith" userId="62f3d6dc04fe1e60" providerId="LiveId" clId="{80C2C814-BF85-4654-953C-6C2110FA305E}" dt="2023-07-27T13:40:29.929" v="2451" actId="1076"/>
          <ac:picMkLst>
            <pc:docMk/>
            <pc:sldMk cId="755490651" sldId="270"/>
            <ac:picMk id="296" creationId="{00000000-0000-0000-0000-000000000000}"/>
          </ac:picMkLst>
        </pc:picChg>
        <pc:picChg chg="mod">
          <ac:chgData name="Shailen Smith" userId="62f3d6dc04fe1e60" providerId="LiveId" clId="{80C2C814-BF85-4654-953C-6C2110FA305E}" dt="2023-07-27T13:40:32.127" v="2452" actId="1076"/>
          <ac:picMkLst>
            <pc:docMk/>
            <pc:sldMk cId="755490651" sldId="270"/>
            <ac:picMk id="297" creationId="{00000000-0000-0000-0000-000000000000}"/>
          </ac:picMkLst>
        </pc:picChg>
        <pc:picChg chg="mod">
          <ac:chgData name="Shailen Smith" userId="62f3d6dc04fe1e60" providerId="LiveId" clId="{80C2C814-BF85-4654-953C-6C2110FA305E}" dt="2023-07-26T20:45:41.297" v="2120" actId="1076"/>
          <ac:picMkLst>
            <pc:docMk/>
            <pc:sldMk cId="755490651" sldId="270"/>
            <ac:picMk id="300" creationId="{00000000-0000-0000-0000-000000000000}"/>
          </ac:picMkLst>
        </pc:picChg>
        <pc:picChg chg="del mod">
          <ac:chgData name="Shailen Smith" userId="62f3d6dc04fe1e60" providerId="LiveId" clId="{80C2C814-BF85-4654-953C-6C2110FA305E}" dt="2023-07-26T20:34:04.073" v="1722" actId="478"/>
          <ac:picMkLst>
            <pc:docMk/>
            <pc:sldMk cId="755490651" sldId="270"/>
            <ac:picMk id="301" creationId="{00000000-0000-0000-0000-000000000000}"/>
          </ac:picMkLst>
        </pc:picChg>
      </pc:sldChg>
      <pc:sldChg chg="modSp add mod">
        <pc:chgData name="Shailen Smith" userId="62f3d6dc04fe1e60" providerId="LiveId" clId="{80C2C814-BF85-4654-953C-6C2110FA305E}" dt="2023-07-27T15:25:07.047" v="2701" actId="1076"/>
        <pc:sldMkLst>
          <pc:docMk/>
          <pc:sldMk cId="1684064688" sldId="271"/>
        </pc:sldMkLst>
        <pc:picChg chg="mod">
          <ac:chgData name="Shailen Smith" userId="62f3d6dc04fe1e60" providerId="LiveId" clId="{80C2C814-BF85-4654-953C-6C2110FA305E}" dt="2023-07-27T15:24:09.391" v="2692" actId="1076"/>
          <ac:picMkLst>
            <pc:docMk/>
            <pc:sldMk cId="1684064688" sldId="271"/>
            <ac:picMk id="296" creationId="{00000000-0000-0000-0000-000000000000}"/>
          </ac:picMkLst>
        </pc:picChg>
        <pc:picChg chg="mod">
          <ac:chgData name="Shailen Smith" userId="62f3d6dc04fe1e60" providerId="LiveId" clId="{80C2C814-BF85-4654-953C-6C2110FA305E}" dt="2023-07-27T15:25:07.047" v="2701" actId="1076"/>
          <ac:picMkLst>
            <pc:docMk/>
            <pc:sldMk cId="1684064688" sldId="271"/>
            <ac:picMk id="29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556"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5b6ec274c8_0_147: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5b6ec274c8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Yes, it’s already 36 x 24 in</a:t>
            </a:r>
            <a:endParaRPr sz="1200"/>
          </a:p>
          <a:p>
            <a:pPr marL="0" lvl="0" indent="0" algn="l" rtl="0">
              <a:spcBef>
                <a:spcPts val="0"/>
              </a:spcBef>
              <a:spcAft>
                <a:spcPts val="0"/>
              </a:spcAft>
              <a:buNone/>
            </a:pPr>
            <a:endParaRPr sz="1200"/>
          </a:p>
          <a:p>
            <a:pPr marL="0" lvl="0" indent="0" algn="l" rtl="0">
              <a:spcBef>
                <a:spcPts val="0"/>
              </a:spcBef>
              <a:spcAft>
                <a:spcPts val="0"/>
              </a:spcAft>
              <a:buClr>
                <a:schemeClr val="dk1"/>
              </a:buClr>
              <a:buSzPts val="1100"/>
              <a:buFont typeface="Arial"/>
              <a:buNone/>
            </a:pPr>
            <a:r>
              <a:rPr lang="en" sz="1200">
                <a:solidFill>
                  <a:schemeClr val="dk1"/>
                </a:solidFill>
                <a:latin typeface="EB Garamond"/>
                <a:ea typeface="EB Garamond"/>
                <a:cs typeface="EB Garamond"/>
                <a:sym typeface="EB Garamond"/>
              </a:rPr>
              <a:t>We started with ASSISTments problem logs from all computer graded questions attempted by students since June 2022. We kept only the first 100 logs for a student on a single skill and removed all instances where a student attempted a skill only once. </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BKT model that understands concept of learning something after every interaction (slipping and guessing) whereas PFA soley counts the number of success and failures without understanding the complexity of learning</a:t>
            </a:r>
            <a:endParaRPr sz="1200"/>
          </a:p>
        </p:txBody>
      </p:sp>
    </p:spTree>
    <p:extLst>
      <p:ext uri="{BB962C8B-B14F-4D97-AF65-F5344CB8AC3E}">
        <p14:creationId xmlns:p14="http://schemas.microsoft.com/office/powerpoint/2010/main" val="2003852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50" y="3176853"/>
            <a:ext cx="30674100" cy="87579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9900"/>
              <a:buNone/>
              <a:defRPr sz="19900"/>
            </a:lvl1pPr>
            <a:lvl2pPr lvl="1" algn="ctr">
              <a:spcBef>
                <a:spcPts val="0"/>
              </a:spcBef>
              <a:spcAft>
                <a:spcPts val="0"/>
              </a:spcAft>
              <a:buSzPts val="19900"/>
              <a:buNone/>
              <a:defRPr sz="19900"/>
            </a:lvl2pPr>
            <a:lvl3pPr lvl="2" algn="ctr">
              <a:spcBef>
                <a:spcPts val="0"/>
              </a:spcBef>
              <a:spcAft>
                <a:spcPts val="0"/>
              </a:spcAft>
              <a:buSzPts val="19900"/>
              <a:buNone/>
              <a:defRPr sz="19900"/>
            </a:lvl3pPr>
            <a:lvl4pPr lvl="3" algn="ctr">
              <a:spcBef>
                <a:spcPts val="0"/>
              </a:spcBef>
              <a:spcAft>
                <a:spcPts val="0"/>
              </a:spcAft>
              <a:buSzPts val="19900"/>
              <a:buNone/>
              <a:defRPr sz="19900"/>
            </a:lvl4pPr>
            <a:lvl5pPr lvl="4" algn="ctr">
              <a:spcBef>
                <a:spcPts val="0"/>
              </a:spcBef>
              <a:spcAft>
                <a:spcPts val="0"/>
              </a:spcAft>
              <a:buSzPts val="19900"/>
              <a:buNone/>
              <a:defRPr sz="19900"/>
            </a:lvl5pPr>
            <a:lvl6pPr lvl="5" algn="ctr">
              <a:spcBef>
                <a:spcPts val="0"/>
              </a:spcBef>
              <a:spcAft>
                <a:spcPts val="0"/>
              </a:spcAft>
              <a:buSzPts val="19900"/>
              <a:buNone/>
              <a:defRPr sz="19900"/>
            </a:lvl6pPr>
            <a:lvl7pPr lvl="6" algn="ctr">
              <a:spcBef>
                <a:spcPts val="0"/>
              </a:spcBef>
              <a:spcAft>
                <a:spcPts val="0"/>
              </a:spcAft>
              <a:buSzPts val="19900"/>
              <a:buNone/>
              <a:defRPr sz="19900"/>
            </a:lvl7pPr>
            <a:lvl8pPr lvl="7" algn="ctr">
              <a:spcBef>
                <a:spcPts val="0"/>
              </a:spcBef>
              <a:spcAft>
                <a:spcPts val="0"/>
              </a:spcAft>
              <a:buSzPts val="19900"/>
              <a:buNone/>
              <a:defRPr sz="19900"/>
            </a:lvl8pPr>
            <a:lvl9pPr lvl="8" algn="ctr">
              <a:spcBef>
                <a:spcPts val="0"/>
              </a:spcBef>
              <a:spcAft>
                <a:spcPts val="0"/>
              </a:spcAft>
              <a:buSzPts val="19900"/>
              <a:buNone/>
              <a:defRPr sz="19900"/>
            </a:lvl9pPr>
          </a:lstStyle>
          <a:p>
            <a:endParaRPr/>
          </a:p>
        </p:txBody>
      </p:sp>
      <p:sp>
        <p:nvSpPr>
          <p:cNvPr id="11" name="Google Shape;11;p2"/>
          <p:cNvSpPr txBox="1">
            <a:spLocks noGrp="1"/>
          </p:cNvSpPr>
          <p:nvPr>
            <p:ph type="subTitle" idx="1"/>
          </p:nvPr>
        </p:nvSpPr>
        <p:spPr>
          <a:xfrm>
            <a:off x="1122120" y="12092267"/>
            <a:ext cx="30674100" cy="33819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a:endParaRPr/>
          </a:p>
        </p:txBody>
      </p:sp>
      <p:sp>
        <p:nvSpPr>
          <p:cNvPr id="12" name="Google Shape;12;p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00" cy="3591600"/>
          </a:xfrm>
          <a:prstGeom prst="rect">
            <a:avLst/>
          </a:prstGeom>
        </p:spPr>
        <p:txBody>
          <a:bodyPr spcFirstLastPara="1" wrap="square" lIns="349450" tIns="349450" rIns="349450" bIns="349450" anchor="ctr" anchorCtr="0">
            <a:normAutofit/>
          </a:bodyPr>
          <a:lstStyle>
            <a:lvl1pPr lvl="0" algn="ctr">
              <a:spcBef>
                <a:spcPts val="0"/>
              </a:spcBef>
              <a:spcAft>
                <a:spcPts val="0"/>
              </a:spcAft>
              <a:buSzPts val="13800"/>
              <a:buNone/>
              <a:defRPr sz="13800"/>
            </a:lvl1pPr>
            <a:lvl2pPr lvl="1" algn="ctr">
              <a:spcBef>
                <a:spcPts val="0"/>
              </a:spcBef>
              <a:spcAft>
                <a:spcPts val="0"/>
              </a:spcAft>
              <a:buSzPts val="13800"/>
              <a:buNone/>
              <a:defRPr sz="13800"/>
            </a:lvl2pPr>
            <a:lvl3pPr lvl="2" algn="ctr">
              <a:spcBef>
                <a:spcPts val="0"/>
              </a:spcBef>
              <a:spcAft>
                <a:spcPts val="0"/>
              </a:spcAft>
              <a:buSzPts val="13800"/>
              <a:buNone/>
              <a:defRPr sz="13800"/>
            </a:lvl3pPr>
            <a:lvl4pPr lvl="3" algn="ctr">
              <a:spcBef>
                <a:spcPts val="0"/>
              </a:spcBef>
              <a:spcAft>
                <a:spcPts val="0"/>
              </a:spcAft>
              <a:buSzPts val="13800"/>
              <a:buNone/>
              <a:defRPr sz="13800"/>
            </a:lvl4pPr>
            <a:lvl5pPr lvl="4" algn="ctr">
              <a:spcBef>
                <a:spcPts val="0"/>
              </a:spcBef>
              <a:spcAft>
                <a:spcPts val="0"/>
              </a:spcAft>
              <a:buSzPts val="13800"/>
              <a:buNone/>
              <a:defRPr sz="13800"/>
            </a:lvl5pPr>
            <a:lvl6pPr lvl="5" algn="ctr">
              <a:spcBef>
                <a:spcPts val="0"/>
              </a:spcBef>
              <a:spcAft>
                <a:spcPts val="0"/>
              </a:spcAft>
              <a:buSzPts val="13800"/>
              <a:buNone/>
              <a:defRPr sz="13800"/>
            </a:lvl6pPr>
            <a:lvl7pPr lvl="6" algn="ctr">
              <a:spcBef>
                <a:spcPts val="0"/>
              </a:spcBef>
              <a:spcAft>
                <a:spcPts val="0"/>
              </a:spcAft>
              <a:buSzPts val="13800"/>
              <a:buNone/>
              <a:defRPr sz="13800"/>
            </a:lvl7pPr>
            <a:lvl8pPr lvl="7" algn="ctr">
              <a:spcBef>
                <a:spcPts val="0"/>
              </a:spcBef>
              <a:spcAft>
                <a:spcPts val="0"/>
              </a:spcAft>
              <a:buSzPts val="13800"/>
              <a:buNone/>
              <a:defRPr sz="13800"/>
            </a:lvl8pPr>
            <a:lvl9pPr lvl="8" algn="ctr">
              <a:spcBef>
                <a:spcPts val="0"/>
              </a:spcBef>
              <a:spcAft>
                <a:spcPts val="0"/>
              </a:spcAft>
              <a:buSzPts val="13800"/>
              <a:buNone/>
              <a:defRPr sz="13800"/>
            </a:lvl9pPr>
          </a:lstStyle>
          <a:p>
            <a:endParaRPr/>
          </a:p>
        </p:txBody>
      </p:sp>
      <p:sp>
        <p:nvSpPr>
          <p:cNvPr id="15" name="Google Shape;15;p3"/>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18" name="Google Shape;18;p4"/>
          <p:cNvSpPr txBox="1">
            <a:spLocks noGrp="1"/>
          </p:cNvSpPr>
          <p:nvPr>
            <p:ph type="body" idx="1"/>
          </p:nvPr>
        </p:nvSpPr>
        <p:spPr>
          <a:xfrm>
            <a:off x="1122120" y="4917227"/>
            <a:ext cx="30674100" cy="14576700"/>
          </a:xfrm>
          <a:prstGeom prst="rect">
            <a:avLst/>
          </a:prstGeom>
        </p:spPr>
        <p:txBody>
          <a:bodyPr spcFirstLastPara="1" wrap="square" lIns="349450" tIns="349450" rIns="349450" bIns="349450" anchor="t"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19" name="Google Shape;19;p4"/>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2" name="Google Shape;22;p5"/>
          <p:cNvSpPr txBox="1">
            <a:spLocks noGrp="1"/>
          </p:cNvSpPr>
          <p:nvPr>
            <p:ph type="body" idx="1"/>
          </p:nvPr>
        </p:nvSpPr>
        <p:spPr>
          <a:xfrm>
            <a:off x="112212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3" name="Google Shape;23;p5"/>
          <p:cNvSpPr txBox="1">
            <a:spLocks noGrp="1"/>
          </p:cNvSpPr>
          <p:nvPr>
            <p:ph type="body" idx="2"/>
          </p:nvPr>
        </p:nvSpPr>
        <p:spPr>
          <a:xfrm>
            <a:off x="1739664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4" name="Google Shape;24;p5"/>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7" name="Google Shape;27;p6"/>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400"/>
          </a:xfrm>
          <a:prstGeom prst="rect">
            <a:avLst/>
          </a:prstGeom>
        </p:spPr>
        <p:txBody>
          <a:bodyPr spcFirstLastPara="1" wrap="square" lIns="349450" tIns="349450" rIns="349450" bIns="349450" anchor="b" anchorCtr="0">
            <a:normAutofit/>
          </a:bodyPr>
          <a:lstStyle>
            <a:lvl1pPr lvl="0">
              <a:spcBef>
                <a:spcPts val="0"/>
              </a:spcBef>
              <a:spcAft>
                <a:spcPts val="0"/>
              </a:spcAft>
              <a:buSzPts val="9200"/>
              <a:buNone/>
              <a:defRPr sz="92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30" name="Google Shape;30;p7"/>
          <p:cNvSpPr txBox="1">
            <a:spLocks noGrp="1"/>
          </p:cNvSpPr>
          <p:nvPr>
            <p:ph type="body" idx="1"/>
          </p:nvPr>
        </p:nvSpPr>
        <p:spPr>
          <a:xfrm>
            <a:off x="1122120" y="5928960"/>
            <a:ext cx="10108800" cy="13565400"/>
          </a:xfrm>
          <a:prstGeom prst="rect">
            <a:avLst/>
          </a:prstGeom>
        </p:spPr>
        <p:txBody>
          <a:bodyPr spcFirstLastPara="1" wrap="square" lIns="349450" tIns="349450" rIns="349450" bIns="349450" anchor="t" anchorCtr="0">
            <a:normAutofit/>
          </a:bodyPr>
          <a:lstStyle>
            <a:lvl1pPr marL="457200" lvl="0" indent="-520700">
              <a:spcBef>
                <a:spcPts val="0"/>
              </a:spcBef>
              <a:spcAft>
                <a:spcPts val="0"/>
              </a:spcAft>
              <a:buSzPts val="4600"/>
              <a:buChar char="●"/>
              <a:defRPr sz="46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31" name="Google Shape;31;p7"/>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200" cy="17454000"/>
          </a:xfrm>
          <a:prstGeom prst="rect">
            <a:avLst/>
          </a:prstGeom>
        </p:spPr>
        <p:txBody>
          <a:bodyPr spcFirstLastPara="1" wrap="square" lIns="349450" tIns="349450" rIns="349450" bIns="349450" anchor="ctr" anchorCtr="0">
            <a:normAutofit/>
          </a:bodyPr>
          <a:lstStyle>
            <a:lvl1pPr lvl="0">
              <a:spcBef>
                <a:spcPts val="0"/>
              </a:spcBef>
              <a:spcAft>
                <a:spcPts val="0"/>
              </a:spcAft>
              <a:buSzPts val="18300"/>
              <a:buNone/>
              <a:defRPr sz="18300"/>
            </a:lvl1pPr>
            <a:lvl2pPr lvl="1">
              <a:spcBef>
                <a:spcPts val="0"/>
              </a:spcBef>
              <a:spcAft>
                <a:spcPts val="0"/>
              </a:spcAft>
              <a:buSzPts val="18300"/>
              <a:buNone/>
              <a:defRPr sz="18300"/>
            </a:lvl2pPr>
            <a:lvl3pPr lvl="2">
              <a:spcBef>
                <a:spcPts val="0"/>
              </a:spcBef>
              <a:spcAft>
                <a:spcPts val="0"/>
              </a:spcAft>
              <a:buSzPts val="18300"/>
              <a:buNone/>
              <a:defRPr sz="18300"/>
            </a:lvl3pPr>
            <a:lvl4pPr lvl="3">
              <a:spcBef>
                <a:spcPts val="0"/>
              </a:spcBef>
              <a:spcAft>
                <a:spcPts val="0"/>
              </a:spcAft>
              <a:buSzPts val="18300"/>
              <a:buNone/>
              <a:defRPr sz="18300"/>
            </a:lvl4pPr>
            <a:lvl5pPr lvl="4">
              <a:spcBef>
                <a:spcPts val="0"/>
              </a:spcBef>
              <a:spcAft>
                <a:spcPts val="0"/>
              </a:spcAft>
              <a:buSzPts val="18300"/>
              <a:buNone/>
              <a:defRPr sz="18300"/>
            </a:lvl5pPr>
            <a:lvl6pPr lvl="5">
              <a:spcBef>
                <a:spcPts val="0"/>
              </a:spcBef>
              <a:spcAft>
                <a:spcPts val="0"/>
              </a:spcAft>
              <a:buSzPts val="18300"/>
              <a:buNone/>
              <a:defRPr sz="18300"/>
            </a:lvl6pPr>
            <a:lvl7pPr lvl="6">
              <a:spcBef>
                <a:spcPts val="0"/>
              </a:spcBef>
              <a:spcAft>
                <a:spcPts val="0"/>
              </a:spcAft>
              <a:buSzPts val="18300"/>
              <a:buNone/>
              <a:defRPr sz="18300"/>
            </a:lvl7pPr>
            <a:lvl8pPr lvl="7">
              <a:spcBef>
                <a:spcPts val="0"/>
              </a:spcBef>
              <a:spcAft>
                <a:spcPts val="0"/>
              </a:spcAft>
              <a:buSzPts val="18300"/>
              <a:buNone/>
              <a:defRPr sz="18300"/>
            </a:lvl8pPr>
            <a:lvl9pPr lvl="8">
              <a:spcBef>
                <a:spcPts val="0"/>
              </a:spcBef>
              <a:spcAft>
                <a:spcPts val="0"/>
              </a:spcAft>
              <a:buSzPts val="18300"/>
              <a:buNone/>
              <a:defRPr sz="18300"/>
            </a:lvl9pPr>
          </a:lstStyle>
          <a:p>
            <a:endParaRPr/>
          </a:p>
        </p:txBody>
      </p:sp>
      <p:sp>
        <p:nvSpPr>
          <p:cNvPr id="34" name="Google Shape;34;p8"/>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955800" y="5261547"/>
            <a:ext cx="14562600" cy="63246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a:endParaRPr/>
          </a:p>
        </p:txBody>
      </p:sp>
      <p:sp>
        <p:nvSpPr>
          <p:cNvPr id="38" name="Google Shape;38;p9"/>
          <p:cNvSpPr txBox="1">
            <a:spLocks noGrp="1"/>
          </p:cNvSpPr>
          <p:nvPr>
            <p:ph type="subTitle" idx="1"/>
          </p:nvPr>
        </p:nvSpPr>
        <p:spPr>
          <a:xfrm>
            <a:off x="955800" y="11959787"/>
            <a:ext cx="14562600" cy="52698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a:endParaRPr/>
          </a:p>
        </p:txBody>
      </p:sp>
      <p:sp>
        <p:nvSpPr>
          <p:cNvPr id="39" name="Google Shape;39;p9"/>
          <p:cNvSpPr txBox="1">
            <a:spLocks noGrp="1"/>
          </p:cNvSpPr>
          <p:nvPr>
            <p:ph type="body" idx="2"/>
          </p:nvPr>
        </p:nvSpPr>
        <p:spPr>
          <a:xfrm>
            <a:off x="17782200" y="3089387"/>
            <a:ext cx="13813200" cy="15765900"/>
          </a:xfrm>
          <a:prstGeom prst="rect">
            <a:avLst/>
          </a:prstGeom>
        </p:spPr>
        <p:txBody>
          <a:bodyPr spcFirstLastPara="1" wrap="square" lIns="349450" tIns="349450" rIns="349450" bIns="349450" anchor="ctr"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40" name="Google Shape;40;p9"/>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800" cy="2581800"/>
          </a:xfrm>
          <a:prstGeom prst="rect">
            <a:avLst/>
          </a:prstGeom>
        </p:spPr>
        <p:txBody>
          <a:bodyPr spcFirstLastPara="1" wrap="square" lIns="349450" tIns="349450" rIns="349450" bIns="349450" anchor="ctr" anchorCtr="0">
            <a:normAutofit/>
          </a:bodyPr>
          <a:lstStyle>
            <a:lvl1pPr marL="457200" lvl="0" indent="-228600">
              <a:lnSpc>
                <a:spcPct val="100000"/>
              </a:lnSpc>
              <a:spcBef>
                <a:spcPts val="0"/>
              </a:spcBef>
              <a:spcAft>
                <a:spcPts val="0"/>
              </a:spcAft>
              <a:buSzPts val="6900"/>
              <a:buNone/>
              <a:defRPr/>
            </a:lvl1pPr>
          </a:lstStyle>
          <a:p>
            <a:endParaRPr/>
          </a:p>
        </p:txBody>
      </p:sp>
      <p:sp>
        <p:nvSpPr>
          <p:cNvPr id="43" name="Google Shape;43;p10"/>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00" cy="83775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45900"/>
              <a:buNone/>
              <a:defRPr sz="45900"/>
            </a:lvl1pPr>
            <a:lvl2pPr lvl="1" algn="ctr">
              <a:spcBef>
                <a:spcPts val="0"/>
              </a:spcBef>
              <a:spcAft>
                <a:spcPts val="0"/>
              </a:spcAft>
              <a:buSzPts val="45900"/>
              <a:buNone/>
              <a:defRPr sz="45900"/>
            </a:lvl2pPr>
            <a:lvl3pPr lvl="2" algn="ctr">
              <a:spcBef>
                <a:spcPts val="0"/>
              </a:spcBef>
              <a:spcAft>
                <a:spcPts val="0"/>
              </a:spcAft>
              <a:buSzPts val="45900"/>
              <a:buNone/>
              <a:defRPr sz="45900"/>
            </a:lvl3pPr>
            <a:lvl4pPr lvl="3" algn="ctr">
              <a:spcBef>
                <a:spcPts val="0"/>
              </a:spcBef>
              <a:spcAft>
                <a:spcPts val="0"/>
              </a:spcAft>
              <a:buSzPts val="45900"/>
              <a:buNone/>
              <a:defRPr sz="45900"/>
            </a:lvl4pPr>
            <a:lvl5pPr lvl="4" algn="ctr">
              <a:spcBef>
                <a:spcPts val="0"/>
              </a:spcBef>
              <a:spcAft>
                <a:spcPts val="0"/>
              </a:spcAft>
              <a:buSzPts val="45900"/>
              <a:buNone/>
              <a:defRPr sz="45900"/>
            </a:lvl5pPr>
            <a:lvl6pPr lvl="5" algn="ctr">
              <a:spcBef>
                <a:spcPts val="0"/>
              </a:spcBef>
              <a:spcAft>
                <a:spcPts val="0"/>
              </a:spcAft>
              <a:buSzPts val="45900"/>
              <a:buNone/>
              <a:defRPr sz="45900"/>
            </a:lvl6pPr>
            <a:lvl7pPr lvl="6" algn="ctr">
              <a:spcBef>
                <a:spcPts val="0"/>
              </a:spcBef>
              <a:spcAft>
                <a:spcPts val="0"/>
              </a:spcAft>
              <a:buSzPts val="45900"/>
              <a:buNone/>
              <a:defRPr sz="45900"/>
            </a:lvl7pPr>
            <a:lvl8pPr lvl="7" algn="ctr">
              <a:spcBef>
                <a:spcPts val="0"/>
              </a:spcBef>
              <a:spcAft>
                <a:spcPts val="0"/>
              </a:spcAft>
              <a:buSzPts val="45900"/>
              <a:buNone/>
              <a:defRPr sz="45900"/>
            </a:lvl8pPr>
            <a:lvl9pPr lvl="8" algn="ctr">
              <a:spcBef>
                <a:spcPts val="0"/>
              </a:spcBef>
              <a:spcAft>
                <a:spcPts val="0"/>
              </a:spcAft>
              <a:buSzPts val="45900"/>
              <a:buNone/>
              <a:defRPr sz="45900"/>
            </a:lvl9pPr>
          </a:lstStyle>
          <a:p>
            <a:r>
              <a:t>xx%</a:t>
            </a:r>
          </a:p>
        </p:txBody>
      </p:sp>
      <p:sp>
        <p:nvSpPr>
          <p:cNvPr id="46" name="Google Shape;46;p11"/>
          <p:cNvSpPr txBox="1">
            <a:spLocks noGrp="1"/>
          </p:cNvSpPr>
          <p:nvPr>
            <p:ph type="body" idx="1"/>
          </p:nvPr>
        </p:nvSpPr>
        <p:spPr>
          <a:xfrm>
            <a:off x="1122120" y="13449493"/>
            <a:ext cx="30674100" cy="5550000"/>
          </a:xfrm>
          <a:prstGeom prst="rect">
            <a:avLst/>
          </a:prstGeom>
        </p:spPr>
        <p:txBody>
          <a:bodyPr spcFirstLastPara="1" wrap="square" lIns="349450" tIns="349450" rIns="349450" bIns="349450" anchor="t" anchorCtr="0">
            <a:normAutofit/>
          </a:bodyPr>
          <a:lstStyle>
            <a:lvl1pPr marL="457200" lvl="0" indent="-666750" algn="ctr">
              <a:spcBef>
                <a:spcPts val="0"/>
              </a:spcBef>
              <a:spcAft>
                <a:spcPts val="0"/>
              </a:spcAft>
              <a:buSzPts val="6900"/>
              <a:buChar char="●"/>
              <a:defRPr/>
            </a:lvl1pPr>
            <a:lvl2pPr marL="914400" lvl="1" indent="-571500" algn="ctr">
              <a:spcBef>
                <a:spcPts val="0"/>
              </a:spcBef>
              <a:spcAft>
                <a:spcPts val="0"/>
              </a:spcAft>
              <a:buSzPts val="5400"/>
              <a:buChar char="○"/>
              <a:defRPr/>
            </a:lvl2pPr>
            <a:lvl3pPr marL="1371600" lvl="2" indent="-571500" algn="ctr">
              <a:spcBef>
                <a:spcPts val="0"/>
              </a:spcBef>
              <a:spcAft>
                <a:spcPts val="0"/>
              </a:spcAft>
              <a:buSzPts val="5400"/>
              <a:buChar char="■"/>
              <a:defRPr/>
            </a:lvl3pPr>
            <a:lvl4pPr marL="1828800" lvl="3" indent="-571500" algn="ctr">
              <a:spcBef>
                <a:spcPts val="0"/>
              </a:spcBef>
              <a:spcAft>
                <a:spcPts val="0"/>
              </a:spcAft>
              <a:buSzPts val="5400"/>
              <a:buChar char="●"/>
              <a:defRPr/>
            </a:lvl4pPr>
            <a:lvl5pPr marL="2286000" lvl="4" indent="-571500" algn="ctr">
              <a:spcBef>
                <a:spcPts val="0"/>
              </a:spcBef>
              <a:spcAft>
                <a:spcPts val="0"/>
              </a:spcAft>
              <a:buSzPts val="5400"/>
              <a:buChar char="○"/>
              <a:defRPr/>
            </a:lvl5pPr>
            <a:lvl6pPr marL="2743200" lvl="5" indent="-571500" algn="ctr">
              <a:spcBef>
                <a:spcPts val="0"/>
              </a:spcBef>
              <a:spcAft>
                <a:spcPts val="0"/>
              </a:spcAft>
              <a:buSzPts val="5400"/>
              <a:buChar char="■"/>
              <a:defRPr/>
            </a:lvl6pPr>
            <a:lvl7pPr marL="3200400" lvl="6" indent="-571500" algn="ctr">
              <a:spcBef>
                <a:spcPts val="0"/>
              </a:spcBef>
              <a:spcAft>
                <a:spcPts val="0"/>
              </a:spcAft>
              <a:buSzPts val="5400"/>
              <a:buChar char="●"/>
              <a:defRPr/>
            </a:lvl7pPr>
            <a:lvl8pPr marL="3657600" lvl="7" indent="-571500" algn="ctr">
              <a:spcBef>
                <a:spcPts val="0"/>
              </a:spcBef>
              <a:spcAft>
                <a:spcPts val="0"/>
              </a:spcAft>
              <a:buSzPts val="5400"/>
              <a:buChar char="○"/>
              <a:defRPr/>
            </a:lvl8pPr>
            <a:lvl9pPr marL="4114800" lvl="8" indent="-571500" algn="ctr">
              <a:spcBef>
                <a:spcPts val="0"/>
              </a:spcBef>
              <a:spcAft>
                <a:spcPts val="0"/>
              </a:spcAft>
              <a:buSzPts val="5400"/>
              <a:buChar char="■"/>
              <a:defRPr/>
            </a:lvl9pPr>
          </a:lstStyle>
          <a:p>
            <a:endParaRPr/>
          </a:p>
        </p:txBody>
      </p:sp>
      <p:sp>
        <p:nvSpPr>
          <p:cNvPr id="47" name="Google Shape;47;p11"/>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00" cy="2443500"/>
          </a:xfrm>
          <a:prstGeom prst="rect">
            <a:avLst/>
          </a:prstGeom>
          <a:noFill/>
          <a:ln>
            <a:noFill/>
          </a:ln>
        </p:spPr>
        <p:txBody>
          <a:bodyPr spcFirstLastPara="1" wrap="square" lIns="349450" tIns="349450" rIns="349450" bIns="349450" anchor="t" anchorCtr="0">
            <a:normAutofit/>
          </a:bodyPr>
          <a:lstStyle>
            <a:lvl1pPr lvl="0">
              <a:spcBef>
                <a:spcPts val="0"/>
              </a:spcBef>
              <a:spcAft>
                <a:spcPts val="0"/>
              </a:spcAft>
              <a:buClr>
                <a:schemeClr val="dk1"/>
              </a:buClr>
              <a:buSzPts val="10700"/>
              <a:buNone/>
              <a:defRPr sz="10700">
                <a:solidFill>
                  <a:schemeClr val="dk1"/>
                </a:solidFill>
              </a:defRPr>
            </a:lvl1pPr>
            <a:lvl2pPr lvl="1">
              <a:spcBef>
                <a:spcPts val="0"/>
              </a:spcBef>
              <a:spcAft>
                <a:spcPts val="0"/>
              </a:spcAft>
              <a:buClr>
                <a:schemeClr val="dk1"/>
              </a:buClr>
              <a:buSzPts val="10700"/>
              <a:buNone/>
              <a:defRPr sz="10700">
                <a:solidFill>
                  <a:schemeClr val="dk1"/>
                </a:solidFill>
              </a:defRPr>
            </a:lvl2pPr>
            <a:lvl3pPr lvl="2">
              <a:spcBef>
                <a:spcPts val="0"/>
              </a:spcBef>
              <a:spcAft>
                <a:spcPts val="0"/>
              </a:spcAft>
              <a:buClr>
                <a:schemeClr val="dk1"/>
              </a:buClr>
              <a:buSzPts val="10700"/>
              <a:buNone/>
              <a:defRPr sz="10700">
                <a:solidFill>
                  <a:schemeClr val="dk1"/>
                </a:solidFill>
              </a:defRPr>
            </a:lvl3pPr>
            <a:lvl4pPr lvl="3">
              <a:spcBef>
                <a:spcPts val="0"/>
              </a:spcBef>
              <a:spcAft>
                <a:spcPts val="0"/>
              </a:spcAft>
              <a:buClr>
                <a:schemeClr val="dk1"/>
              </a:buClr>
              <a:buSzPts val="10700"/>
              <a:buNone/>
              <a:defRPr sz="10700">
                <a:solidFill>
                  <a:schemeClr val="dk1"/>
                </a:solidFill>
              </a:defRPr>
            </a:lvl4pPr>
            <a:lvl5pPr lvl="4">
              <a:spcBef>
                <a:spcPts val="0"/>
              </a:spcBef>
              <a:spcAft>
                <a:spcPts val="0"/>
              </a:spcAft>
              <a:buClr>
                <a:schemeClr val="dk1"/>
              </a:buClr>
              <a:buSzPts val="10700"/>
              <a:buNone/>
              <a:defRPr sz="10700">
                <a:solidFill>
                  <a:schemeClr val="dk1"/>
                </a:solidFill>
              </a:defRPr>
            </a:lvl5pPr>
            <a:lvl6pPr lvl="5">
              <a:spcBef>
                <a:spcPts val="0"/>
              </a:spcBef>
              <a:spcAft>
                <a:spcPts val="0"/>
              </a:spcAft>
              <a:buClr>
                <a:schemeClr val="dk1"/>
              </a:buClr>
              <a:buSzPts val="10700"/>
              <a:buNone/>
              <a:defRPr sz="10700">
                <a:solidFill>
                  <a:schemeClr val="dk1"/>
                </a:solidFill>
              </a:defRPr>
            </a:lvl6pPr>
            <a:lvl7pPr lvl="6">
              <a:spcBef>
                <a:spcPts val="0"/>
              </a:spcBef>
              <a:spcAft>
                <a:spcPts val="0"/>
              </a:spcAft>
              <a:buClr>
                <a:schemeClr val="dk1"/>
              </a:buClr>
              <a:buSzPts val="10700"/>
              <a:buNone/>
              <a:defRPr sz="10700">
                <a:solidFill>
                  <a:schemeClr val="dk1"/>
                </a:solidFill>
              </a:defRPr>
            </a:lvl7pPr>
            <a:lvl8pPr lvl="7">
              <a:spcBef>
                <a:spcPts val="0"/>
              </a:spcBef>
              <a:spcAft>
                <a:spcPts val="0"/>
              </a:spcAft>
              <a:buClr>
                <a:schemeClr val="dk1"/>
              </a:buClr>
              <a:buSzPts val="10700"/>
              <a:buNone/>
              <a:defRPr sz="10700">
                <a:solidFill>
                  <a:schemeClr val="dk1"/>
                </a:solidFill>
              </a:defRPr>
            </a:lvl8pPr>
            <a:lvl9pPr lvl="8">
              <a:spcBef>
                <a:spcPts val="0"/>
              </a:spcBef>
              <a:spcAft>
                <a:spcPts val="0"/>
              </a:spcAft>
              <a:buClr>
                <a:schemeClr val="dk1"/>
              </a:buClr>
              <a:buSzPts val="10700"/>
              <a:buNone/>
              <a:defRPr sz="10700">
                <a:solidFill>
                  <a:schemeClr val="dk1"/>
                </a:solidFill>
              </a:defRPr>
            </a:lvl9pPr>
          </a:lstStyle>
          <a:p>
            <a:endParaRPr/>
          </a:p>
        </p:txBody>
      </p:sp>
      <p:sp>
        <p:nvSpPr>
          <p:cNvPr id="7" name="Google Shape;7;p1"/>
          <p:cNvSpPr txBox="1">
            <a:spLocks noGrp="1"/>
          </p:cNvSpPr>
          <p:nvPr>
            <p:ph type="body" idx="1"/>
          </p:nvPr>
        </p:nvSpPr>
        <p:spPr>
          <a:xfrm>
            <a:off x="1122120" y="4917227"/>
            <a:ext cx="30674100" cy="14576700"/>
          </a:xfrm>
          <a:prstGeom prst="rect">
            <a:avLst/>
          </a:prstGeom>
          <a:noFill/>
          <a:ln>
            <a:noFill/>
          </a:ln>
        </p:spPr>
        <p:txBody>
          <a:bodyPr spcFirstLastPara="1" wrap="square" lIns="349450" tIns="349450" rIns="349450" bIns="349450" anchor="t" anchorCtr="0">
            <a:normAutofit/>
          </a:bodyPr>
          <a:lstStyle>
            <a:lvl1pPr marL="457200" lvl="0" indent="-666750">
              <a:lnSpc>
                <a:spcPct val="115000"/>
              </a:lnSpc>
              <a:spcBef>
                <a:spcPts val="0"/>
              </a:spcBef>
              <a:spcAft>
                <a:spcPts val="0"/>
              </a:spcAft>
              <a:buClr>
                <a:schemeClr val="dk2"/>
              </a:buClr>
              <a:buSzPts val="6900"/>
              <a:buChar char="●"/>
              <a:defRPr sz="6900">
                <a:solidFill>
                  <a:schemeClr val="dk2"/>
                </a:solidFill>
              </a:defRPr>
            </a:lvl1pPr>
            <a:lvl2pPr marL="914400" lvl="1" indent="-571500">
              <a:lnSpc>
                <a:spcPct val="115000"/>
              </a:lnSpc>
              <a:spcBef>
                <a:spcPts val="0"/>
              </a:spcBef>
              <a:spcAft>
                <a:spcPts val="0"/>
              </a:spcAft>
              <a:buClr>
                <a:schemeClr val="dk2"/>
              </a:buClr>
              <a:buSzPts val="5400"/>
              <a:buChar char="○"/>
              <a:defRPr sz="5400">
                <a:solidFill>
                  <a:schemeClr val="dk2"/>
                </a:solidFill>
              </a:defRPr>
            </a:lvl2pPr>
            <a:lvl3pPr marL="1371600" lvl="2" indent="-571500">
              <a:lnSpc>
                <a:spcPct val="115000"/>
              </a:lnSpc>
              <a:spcBef>
                <a:spcPts val="0"/>
              </a:spcBef>
              <a:spcAft>
                <a:spcPts val="0"/>
              </a:spcAft>
              <a:buClr>
                <a:schemeClr val="dk2"/>
              </a:buClr>
              <a:buSzPts val="5400"/>
              <a:buChar char="■"/>
              <a:defRPr sz="5400">
                <a:solidFill>
                  <a:schemeClr val="dk2"/>
                </a:solidFill>
              </a:defRPr>
            </a:lvl3pPr>
            <a:lvl4pPr marL="1828800" lvl="3" indent="-571500">
              <a:lnSpc>
                <a:spcPct val="115000"/>
              </a:lnSpc>
              <a:spcBef>
                <a:spcPts val="0"/>
              </a:spcBef>
              <a:spcAft>
                <a:spcPts val="0"/>
              </a:spcAft>
              <a:buClr>
                <a:schemeClr val="dk2"/>
              </a:buClr>
              <a:buSzPts val="5400"/>
              <a:buChar char="●"/>
              <a:defRPr sz="5400">
                <a:solidFill>
                  <a:schemeClr val="dk2"/>
                </a:solidFill>
              </a:defRPr>
            </a:lvl4pPr>
            <a:lvl5pPr marL="2286000" lvl="4" indent="-571500">
              <a:lnSpc>
                <a:spcPct val="115000"/>
              </a:lnSpc>
              <a:spcBef>
                <a:spcPts val="0"/>
              </a:spcBef>
              <a:spcAft>
                <a:spcPts val="0"/>
              </a:spcAft>
              <a:buClr>
                <a:schemeClr val="dk2"/>
              </a:buClr>
              <a:buSzPts val="5400"/>
              <a:buChar char="○"/>
              <a:defRPr sz="5400">
                <a:solidFill>
                  <a:schemeClr val="dk2"/>
                </a:solidFill>
              </a:defRPr>
            </a:lvl5pPr>
            <a:lvl6pPr marL="2743200" lvl="5" indent="-571500">
              <a:lnSpc>
                <a:spcPct val="115000"/>
              </a:lnSpc>
              <a:spcBef>
                <a:spcPts val="0"/>
              </a:spcBef>
              <a:spcAft>
                <a:spcPts val="0"/>
              </a:spcAft>
              <a:buClr>
                <a:schemeClr val="dk2"/>
              </a:buClr>
              <a:buSzPts val="5400"/>
              <a:buChar char="■"/>
              <a:defRPr sz="5400">
                <a:solidFill>
                  <a:schemeClr val="dk2"/>
                </a:solidFill>
              </a:defRPr>
            </a:lvl6pPr>
            <a:lvl7pPr marL="3200400" lvl="6" indent="-571500">
              <a:lnSpc>
                <a:spcPct val="115000"/>
              </a:lnSpc>
              <a:spcBef>
                <a:spcPts val="0"/>
              </a:spcBef>
              <a:spcAft>
                <a:spcPts val="0"/>
              </a:spcAft>
              <a:buClr>
                <a:schemeClr val="dk2"/>
              </a:buClr>
              <a:buSzPts val="5400"/>
              <a:buChar char="●"/>
              <a:defRPr sz="5400">
                <a:solidFill>
                  <a:schemeClr val="dk2"/>
                </a:solidFill>
              </a:defRPr>
            </a:lvl7pPr>
            <a:lvl8pPr marL="3657600" lvl="7" indent="-571500">
              <a:lnSpc>
                <a:spcPct val="115000"/>
              </a:lnSpc>
              <a:spcBef>
                <a:spcPts val="0"/>
              </a:spcBef>
              <a:spcAft>
                <a:spcPts val="0"/>
              </a:spcAft>
              <a:buClr>
                <a:schemeClr val="dk2"/>
              </a:buClr>
              <a:buSzPts val="5400"/>
              <a:buChar char="○"/>
              <a:defRPr sz="5400">
                <a:solidFill>
                  <a:schemeClr val="dk2"/>
                </a:solidFill>
              </a:defRPr>
            </a:lvl8pPr>
            <a:lvl9pPr marL="4114800" lvl="8" indent="-571500">
              <a:lnSpc>
                <a:spcPct val="115000"/>
              </a:lnSpc>
              <a:spcBef>
                <a:spcPts val="0"/>
              </a:spcBef>
              <a:spcAft>
                <a:spcPts val="0"/>
              </a:spcAft>
              <a:buClr>
                <a:schemeClr val="dk2"/>
              </a:buClr>
              <a:buSzPts val="5400"/>
              <a:buChar char="■"/>
              <a:defRPr sz="5400">
                <a:solidFill>
                  <a:schemeClr val="dk2"/>
                </a:solidFill>
              </a:defRPr>
            </a:lvl9pPr>
          </a:lstStyle>
          <a:p>
            <a:endParaRPr/>
          </a:p>
        </p:txBody>
      </p:sp>
      <p:sp>
        <p:nvSpPr>
          <p:cNvPr id="8" name="Google Shape;8;p1"/>
          <p:cNvSpPr txBox="1">
            <a:spLocks noGrp="1"/>
          </p:cNvSpPr>
          <p:nvPr>
            <p:ph type="sldNum" idx="12"/>
          </p:nvPr>
        </p:nvSpPr>
        <p:spPr>
          <a:xfrm>
            <a:off x="30500848" y="19896392"/>
            <a:ext cx="1975200" cy="1679400"/>
          </a:xfrm>
          <a:prstGeom prst="rect">
            <a:avLst/>
          </a:prstGeom>
          <a:noFill/>
          <a:ln>
            <a:noFill/>
          </a:ln>
        </p:spPr>
        <p:txBody>
          <a:bodyPr spcFirstLastPara="1" wrap="square" lIns="349450" tIns="349450" rIns="349450" bIns="349450" anchor="ctr" anchorCtr="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https://educationaldatamining.org/EDM2021/virtual/static/pdf/EDM21_paper_237.pdf" TargetMode="Externa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jp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jp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E0F6FF"/>
            </a:gs>
            <a:gs pos="50000">
              <a:srgbClr val="E9F6EF"/>
            </a:gs>
            <a:gs pos="100000">
              <a:srgbClr val="EFF7E7"/>
            </a:gs>
          </a:gsLst>
          <a:lin ang="5400012" scaled="0"/>
        </a:gradFill>
        <a:effectLst/>
      </p:bgPr>
    </p:bg>
    <p:spTree>
      <p:nvGrpSpPr>
        <p:cNvPr id="1" name="Shape 267"/>
        <p:cNvGrpSpPr/>
        <p:nvPr/>
      </p:nvGrpSpPr>
      <p:grpSpPr>
        <a:xfrm>
          <a:off x="0" y="0"/>
          <a:ext cx="0" cy="0"/>
          <a:chOff x="0" y="0"/>
          <a:chExt cx="0" cy="0"/>
        </a:xfrm>
      </p:grpSpPr>
      <p:sp>
        <p:nvSpPr>
          <p:cNvPr id="6" name="Google Shape;270;p20">
            <a:extLst>
              <a:ext uri="{FF2B5EF4-FFF2-40B4-BE49-F238E27FC236}">
                <a16:creationId xmlns:a16="http://schemas.microsoft.com/office/drawing/2014/main" id="{38C7E6D9-8034-C40A-0969-D85DE57195B2}"/>
              </a:ext>
            </a:extLst>
          </p:cNvPr>
          <p:cNvSpPr/>
          <p:nvPr/>
        </p:nvSpPr>
        <p:spPr>
          <a:xfrm>
            <a:off x="11250388" y="8605161"/>
            <a:ext cx="10795410" cy="4777870"/>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Rectangle: Rounded Corners 1">
            <a:extLst>
              <a:ext uri="{FF2B5EF4-FFF2-40B4-BE49-F238E27FC236}">
                <a16:creationId xmlns:a16="http://schemas.microsoft.com/office/drawing/2014/main" id="{374AE500-A85D-19F5-EA61-38CA0BD983D0}"/>
              </a:ext>
            </a:extLst>
          </p:cNvPr>
          <p:cNvSpPr/>
          <p:nvPr/>
        </p:nvSpPr>
        <p:spPr>
          <a:xfrm>
            <a:off x="22387562" y="5677090"/>
            <a:ext cx="10109485" cy="4076632"/>
          </a:xfrm>
          <a:prstGeom prst="roundRect">
            <a:avLst/>
          </a:prstGeom>
          <a:solidFill>
            <a:schemeClr val="bg1"/>
          </a:solidFill>
          <a:ln w="76200">
            <a:solidFill>
              <a:srgbClr val="1746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Google Shape;269;p20"/>
          <p:cNvSpPr/>
          <p:nvPr/>
        </p:nvSpPr>
        <p:spPr>
          <a:xfrm>
            <a:off x="546069" y="9568337"/>
            <a:ext cx="10322344" cy="9412086"/>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ts val="3800"/>
              </a:lnSpc>
              <a:spcBef>
                <a:spcPts val="0"/>
              </a:spcBef>
              <a:spcAft>
                <a:spcPts val="0"/>
              </a:spcAft>
              <a:buNone/>
            </a:pPr>
            <a:r>
              <a:rPr lang="en-US" sz="5000" dirty="0">
                <a:solidFill>
                  <a:schemeClr val="dk1"/>
                </a:solidFill>
                <a:latin typeface="Lexend SemiBold" panose="020B0604020202020204" charset="0"/>
                <a:ea typeface="Lexend"/>
                <a:cs typeface="Lexend"/>
                <a:sym typeface="Lexend"/>
              </a:rPr>
              <a:t>Model Comparison</a:t>
            </a:r>
          </a:p>
        </p:txBody>
      </p:sp>
      <p:sp>
        <p:nvSpPr>
          <p:cNvPr id="270" name="Google Shape;270;p20"/>
          <p:cNvSpPr/>
          <p:nvPr/>
        </p:nvSpPr>
        <p:spPr>
          <a:xfrm>
            <a:off x="11256525" y="5677089"/>
            <a:ext cx="10795410" cy="13303334"/>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dirty="0"/>
          </a:p>
        </p:txBody>
      </p:sp>
      <p:sp>
        <p:nvSpPr>
          <p:cNvPr id="271" name="Google Shape;271;p20"/>
          <p:cNvSpPr/>
          <p:nvPr/>
        </p:nvSpPr>
        <p:spPr>
          <a:xfrm>
            <a:off x="350" y="0"/>
            <a:ext cx="32918400" cy="3106500"/>
          </a:xfrm>
          <a:prstGeom prst="rect">
            <a:avLst/>
          </a:prstGeom>
          <a:noFill/>
          <a:ln>
            <a:noFill/>
          </a:ln>
        </p:spPr>
        <p:txBody>
          <a:bodyPr spcFirstLastPara="1" wrap="square" lIns="640080" tIns="274300" rIns="91425" bIns="91425" anchor="ctr" anchorCtr="0">
            <a:noAutofit/>
          </a:bodyPr>
          <a:lstStyle/>
          <a:p>
            <a:pPr marL="0" lvl="0" indent="0" rtl="0">
              <a:spcBef>
                <a:spcPts val="0"/>
              </a:spcBef>
              <a:spcAft>
                <a:spcPts val="0"/>
              </a:spcAft>
              <a:buNone/>
            </a:pPr>
            <a:r>
              <a:rPr lang="en-US" sz="7200" dirty="0">
                <a:latin typeface="Lexend SemiBold"/>
                <a:ea typeface="EB Garamond"/>
                <a:cs typeface="EB Garamond"/>
                <a:sym typeface="Lexend SemiBold"/>
              </a:rPr>
              <a:t>Developing a Mastery Learning Service for ASSISTments</a:t>
            </a:r>
            <a:endParaRPr sz="2000" dirty="0">
              <a:latin typeface="EB Garamond"/>
              <a:ea typeface="EB Garamond"/>
              <a:cs typeface="EB Garamond"/>
              <a:sym typeface="EB Garamond"/>
            </a:endParaRPr>
          </a:p>
          <a:p>
            <a:pPr lvl="0"/>
            <a:r>
              <a:rPr lang="en" sz="4000" dirty="0">
                <a:latin typeface="EB Garamond"/>
                <a:ea typeface="EB Garamond"/>
                <a:cs typeface="EB Garamond"/>
                <a:sym typeface="EB Garamond"/>
              </a:rPr>
              <a:t>Obie Kahne (Colorado College), Hector A. Rodriguez (University of Denver), Shailen Smith (Stony Brook University)</a:t>
            </a:r>
            <a:endParaRPr sz="4000" baseline="30000" dirty="0">
              <a:latin typeface="EB Garamond"/>
              <a:ea typeface="EB Garamond"/>
              <a:cs typeface="EB Garamond"/>
              <a:sym typeface="EB Garamond"/>
            </a:endParaRPr>
          </a:p>
        </p:txBody>
      </p:sp>
      <p:sp>
        <p:nvSpPr>
          <p:cNvPr id="272" name="Google Shape;272;p20"/>
          <p:cNvSpPr/>
          <p:nvPr/>
        </p:nvSpPr>
        <p:spPr>
          <a:xfrm>
            <a:off x="350" y="19382233"/>
            <a:ext cx="30251100" cy="2563292"/>
          </a:xfrm>
          <a:prstGeom prst="rect">
            <a:avLst/>
          </a:prstGeom>
          <a:gradFill>
            <a:gsLst>
              <a:gs pos="0">
                <a:srgbClr val="0A2D6E"/>
              </a:gs>
              <a:gs pos="100000">
                <a:srgbClr val="4472C4"/>
              </a:gs>
            </a:gsLst>
            <a:lin ang="16200038" scaled="0"/>
          </a:gradFill>
          <a:ln>
            <a:noFill/>
          </a:ln>
        </p:spPr>
        <p:txBody>
          <a:bodyPr spcFirstLastPara="1" wrap="square" lIns="274300" tIns="182875" rIns="91425" bIns="182875" anchor="ctr" anchorCtr="0">
            <a:noAutofit/>
          </a:bodyPr>
          <a:lstStyle/>
          <a:p>
            <a:pPr marL="0" lvl="0" indent="0" algn="l" rtl="0">
              <a:spcBef>
                <a:spcPts val="0"/>
              </a:spcBef>
              <a:spcAft>
                <a:spcPts val="0"/>
              </a:spcAft>
              <a:buNone/>
            </a:pPr>
            <a:r>
              <a:rPr lang="en" sz="2000" dirty="0">
                <a:solidFill>
                  <a:schemeClr val="lt2"/>
                </a:solidFill>
                <a:latin typeface="Lexend Medium"/>
                <a:ea typeface="Lexend Medium"/>
                <a:cs typeface="Lexend Medium"/>
                <a:sym typeface="Lexend Medium"/>
              </a:rPr>
              <a:t>Acknowledgments: </a:t>
            </a:r>
            <a:r>
              <a:rPr lang="en" sz="2000" dirty="0">
                <a:solidFill>
                  <a:schemeClr val="lt2"/>
                </a:solidFill>
                <a:latin typeface="EB Garamond Medium"/>
                <a:ea typeface="EB Garamond Medium"/>
                <a:cs typeface="EB Garamond Medium"/>
                <a:sym typeface="EB Garamond Medium"/>
              </a:rPr>
              <a:t>We thank Morgan Lee for their continuous mentorship and guidance. We extend our gratitude to Dr. Ethan Prihar, Aaron Haim, Dr. Neil Heffernan, </a:t>
            </a:r>
            <a:r>
              <a:rPr lang="en" sz="2000" dirty="0">
                <a:solidFill>
                  <a:schemeClr val="lt1"/>
                </a:solidFill>
                <a:latin typeface="EB Garamond Medium"/>
                <a:ea typeface="EB Garamond Medium"/>
                <a:cs typeface="EB Garamond Medium"/>
                <a:sym typeface="EB Garamond Medium"/>
              </a:rPr>
              <a:t>Angela Kao, and everyone from the LS&amp;T Department for their support and guidance as well as Dr. </a:t>
            </a:r>
            <a:r>
              <a:rPr lang="en" sz="2000">
                <a:solidFill>
                  <a:schemeClr val="lt1"/>
                </a:solidFill>
                <a:latin typeface="EB Garamond Medium"/>
                <a:ea typeface="EB Garamond Medium"/>
                <a:cs typeface="EB Garamond Medium"/>
                <a:sym typeface="EB Garamond Medium"/>
              </a:rPr>
              <a:t>Catherine Yeh and  Dr.  </a:t>
            </a:r>
            <a:r>
              <a:rPr lang="en" sz="2000" dirty="0">
                <a:solidFill>
                  <a:schemeClr val="lt1"/>
                </a:solidFill>
                <a:latin typeface="EB Garamond Medium"/>
                <a:ea typeface="EB Garamond Medium"/>
                <a:cs typeface="EB Garamond Medium"/>
                <a:sym typeface="EB Garamond Medium"/>
              </a:rPr>
              <a:t>Iris Howley for their BKT simulation which was useful for testing and inspired our poster design. Dr. Heffernan and his team wish to thank the NSF (e.g., 2118725, 2118904, 1950683, 1917808, 1931523, 1940236, 1917713, 1903304, 1822830, 1759229, 1724889, 1636782, &amp; 1535428), IES (e.g., R305N210049, R305D210031, R305A170137, R305A170243, R305A180401, &amp; R305A120125), GAANN (e.g., P200A180088 &amp; P200A150306 ), EIR (U411B190024), ONR (N00014-18-1-2768 ) and Schmidt Futures. None of the opinions expressed here are that of the funders.</a:t>
            </a:r>
            <a:endParaRPr sz="2000" dirty="0">
              <a:solidFill>
                <a:schemeClr val="lt2"/>
              </a:solidFill>
              <a:latin typeface="EB Garamond Medium"/>
              <a:ea typeface="EB Garamond Medium"/>
              <a:cs typeface="EB Garamond Medium"/>
              <a:sym typeface="EB Garamond Medium"/>
            </a:endParaRPr>
          </a:p>
          <a:p>
            <a:pPr marL="228600" lvl="0" indent="0" algn="ctr" rtl="0">
              <a:spcBef>
                <a:spcPts val="0"/>
              </a:spcBef>
              <a:spcAft>
                <a:spcPts val="0"/>
              </a:spcAft>
              <a:buNone/>
            </a:pPr>
            <a:r>
              <a:rPr lang="en" sz="2000" dirty="0">
                <a:solidFill>
                  <a:schemeClr val="lt2"/>
                </a:solidFill>
                <a:latin typeface="Lexend Medium"/>
                <a:ea typeface="Lexend Medium"/>
                <a:cs typeface="Lexend Medium"/>
                <a:sym typeface="Lexend Medium"/>
              </a:rPr>
              <a:t> </a:t>
            </a:r>
            <a:endParaRPr sz="2000" dirty="0">
              <a:solidFill>
                <a:schemeClr val="lt2"/>
              </a:solidFill>
              <a:latin typeface="Lexend Medium"/>
              <a:ea typeface="Lexend Medium"/>
              <a:cs typeface="Lexend Medium"/>
              <a:sym typeface="Lexend Medium"/>
            </a:endParaRPr>
          </a:p>
          <a:p>
            <a:pPr lvl="0" algn="l" rtl="0">
              <a:spcBef>
                <a:spcPts val="0"/>
              </a:spcBef>
              <a:spcAft>
                <a:spcPts val="0"/>
              </a:spcAft>
              <a:buClr>
                <a:schemeClr val="lt2"/>
              </a:buClr>
              <a:buSzPts val="2000"/>
            </a:pPr>
            <a:r>
              <a:rPr lang="en" sz="2000" dirty="0">
                <a:solidFill>
                  <a:schemeClr val="lt2"/>
                </a:solidFill>
                <a:latin typeface="Lexend Medium"/>
                <a:ea typeface="Lexend Medium"/>
                <a:cs typeface="Lexend Medium"/>
                <a:sym typeface="Lexend Medium"/>
              </a:rPr>
              <a:t>References:  </a:t>
            </a:r>
            <a:r>
              <a:rPr lang="en" sz="2000" dirty="0">
                <a:solidFill>
                  <a:schemeClr val="lt2"/>
                </a:solidFill>
                <a:latin typeface="EB Garamond Medium"/>
                <a:ea typeface="EB Garamond Medium"/>
                <a:cs typeface="EB Garamond Medium"/>
                <a:sym typeface="EB Garamond Medium"/>
              </a:rPr>
              <a:t>[1] Badrinath, A., Wang, F., Pardos, Z.A. (2021) </a:t>
            </a:r>
            <a:r>
              <a:rPr lang="en" sz="2000" dirty="0">
                <a:solidFill>
                  <a:schemeClr val="lt2"/>
                </a:solidFill>
                <a:uFill>
                  <a:noFill/>
                </a:uFill>
                <a:latin typeface="EB Garamond Medium"/>
                <a:ea typeface="EB Garamond Medium"/>
                <a:cs typeface="EB Garamond Medium"/>
                <a:sym typeface="EB Garamond Medium"/>
                <a:hlinkClick r:id="rId3">
                  <a:extLst>
                    <a:ext uri="{A12FA001-AC4F-418D-AE19-62706E023703}">
                      <ahyp:hlinkClr xmlns:ahyp="http://schemas.microsoft.com/office/drawing/2018/hyperlinkcolor" val="tx"/>
                    </a:ext>
                  </a:extLst>
                </a:hlinkClick>
              </a:rPr>
              <a:t>pyBKT: An Accessible Python Library of Bayesian Knowledge Tracing Models</a:t>
            </a:r>
            <a:r>
              <a:rPr lang="en" sz="2000" dirty="0">
                <a:solidFill>
                  <a:schemeClr val="lt2"/>
                </a:solidFill>
                <a:latin typeface="EB Garamond Medium"/>
                <a:ea typeface="EB Garamond Medium"/>
                <a:cs typeface="EB Garamond Medium"/>
                <a:sym typeface="EB Garamond Medium"/>
              </a:rPr>
              <a:t>. In S. Hsiao, &amp; S. Sahebi (Eds.) </a:t>
            </a:r>
            <a:r>
              <a:rPr lang="en" sz="2000" i="1" dirty="0">
                <a:solidFill>
                  <a:schemeClr val="lt2"/>
                </a:solidFill>
                <a:latin typeface="EB Garamond Medium"/>
                <a:ea typeface="EB Garamond Medium"/>
                <a:cs typeface="EB Garamond Medium"/>
                <a:sym typeface="EB Garamond Medium"/>
              </a:rPr>
              <a:t>Proceedings of the 14th International Conference on Educational Data Mining</a:t>
            </a:r>
            <a:r>
              <a:rPr lang="en" sz="2000" dirty="0">
                <a:solidFill>
                  <a:schemeClr val="lt2"/>
                </a:solidFill>
                <a:latin typeface="EB Garamond Medium"/>
                <a:ea typeface="EB Garamond Medium"/>
                <a:cs typeface="EB Garamond Medium"/>
                <a:sym typeface="EB Garamond Medium"/>
              </a:rPr>
              <a:t> (EDM). Pages 468-474.</a:t>
            </a:r>
            <a:endParaRPr sz="2000" dirty="0">
              <a:solidFill>
                <a:schemeClr val="lt2"/>
              </a:solidFill>
              <a:latin typeface="EB Garamond Medium"/>
              <a:ea typeface="EB Garamond Medium"/>
              <a:cs typeface="EB Garamond Medium"/>
              <a:sym typeface="EB Garamond Medium"/>
            </a:endParaRPr>
          </a:p>
          <a:p>
            <a:pPr lvl="0" algn="l" rtl="0">
              <a:spcBef>
                <a:spcPts val="0"/>
              </a:spcBef>
              <a:spcAft>
                <a:spcPts val="0"/>
              </a:spcAft>
              <a:buClr>
                <a:schemeClr val="lt2"/>
              </a:buClr>
              <a:buSzPts val="2000"/>
            </a:pPr>
            <a:r>
              <a:rPr lang="en" sz="2000" dirty="0">
                <a:solidFill>
                  <a:schemeClr val="lt2"/>
                </a:solidFill>
                <a:latin typeface="EB Garamond Medium"/>
                <a:ea typeface="EB Garamond Medium"/>
                <a:cs typeface="EB Garamond Medium"/>
                <a:sym typeface="EB Garamond Medium"/>
              </a:rPr>
              <a:t>	             [2] C. Piech et al. Deep knowledge tracing. In C. Cortes, N. D. Lawrence, D. D. Lee, M. Sugiyama, and R. Garnett, editors, Advances in Neural Information Processing Systems 28, pages 505–513. Curran Associates, Inc., 2015.</a:t>
            </a:r>
            <a:endParaRPr sz="2000" dirty="0">
              <a:solidFill>
                <a:schemeClr val="lt2"/>
              </a:solidFill>
              <a:latin typeface="EB Garamond Medium"/>
              <a:ea typeface="EB Garamond Medium"/>
              <a:cs typeface="EB Garamond Medium"/>
              <a:sym typeface="EB Garamond Medium"/>
            </a:endParaRPr>
          </a:p>
          <a:p>
            <a:pPr lvl="0" algn="l" rtl="0">
              <a:spcBef>
                <a:spcPts val="0"/>
              </a:spcBef>
              <a:spcAft>
                <a:spcPts val="0"/>
              </a:spcAft>
              <a:buClr>
                <a:schemeClr val="lt2"/>
              </a:buClr>
              <a:buSzPts val="2000"/>
            </a:pPr>
            <a:r>
              <a:rPr lang="en" sz="2000" dirty="0">
                <a:solidFill>
                  <a:schemeClr val="lt2"/>
                </a:solidFill>
                <a:latin typeface="EB Garamond Medium"/>
                <a:ea typeface="EB Garamond Medium"/>
                <a:cs typeface="EB Garamond Medium"/>
                <a:sym typeface="EB Garamond Medium"/>
              </a:rPr>
              <a:t>	             [3] Pavlik Jr, P. I., Cen, H., &amp; Koedinger, K. R. (2009). Performance Factors Analysis--A New Alternative to Knowledge Tracing. </a:t>
            </a:r>
            <a:r>
              <a:rPr lang="en" sz="2000" i="1" dirty="0">
                <a:solidFill>
                  <a:schemeClr val="lt2"/>
                </a:solidFill>
                <a:latin typeface="EB Garamond Medium"/>
                <a:ea typeface="EB Garamond Medium"/>
                <a:cs typeface="EB Garamond Medium"/>
                <a:sym typeface="EB Garamond Medium"/>
              </a:rPr>
              <a:t>Online Submission</a:t>
            </a:r>
            <a:r>
              <a:rPr lang="en" sz="2000" dirty="0">
                <a:solidFill>
                  <a:schemeClr val="lt2"/>
                </a:solidFill>
                <a:latin typeface="EB Garamond Medium"/>
                <a:ea typeface="EB Garamond Medium"/>
                <a:cs typeface="EB Garamond Medium"/>
                <a:sym typeface="EB Garamond Medium"/>
              </a:rPr>
              <a:t>.</a:t>
            </a:r>
            <a:endParaRPr sz="2000" dirty="0">
              <a:solidFill>
                <a:schemeClr val="lt2"/>
              </a:solidFill>
              <a:latin typeface="EB Garamond Medium"/>
              <a:ea typeface="EB Garamond Medium"/>
              <a:cs typeface="EB Garamond Medium"/>
              <a:sym typeface="EB Garamond Medium"/>
            </a:endParaRPr>
          </a:p>
        </p:txBody>
      </p:sp>
      <p:sp>
        <p:nvSpPr>
          <p:cNvPr id="273" name="Google Shape;273;p20"/>
          <p:cNvSpPr/>
          <p:nvPr/>
        </p:nvSpPr>
        <p:spPr>
          <a:xfrm>
            <a:off x="549007" y="3009778"/>
            <a:ext cx="31948040" cy="2424813"/>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0" dirty="0">
                <a:solidFill>
                  <a:schemeClr val="dk1"/>
                </a:solidFill>
                <a:latin typeface="Lexend SemiBold"/>
                <a:ea typeface="Lexend SemiBold"/>
                <a:cs typeface="Lexend SemiBold"/>
                <a:sym typeface="Lexend SemiBold"/>
              </a:rPr>
              <a:t>Background</a:t>
            </a:r>
            <a:r>
              <a:rPr lang="en" sz="1000" dirty="0">
                <a:solidFill>
                  <a:schemeClr val="dk1"/>
                </a:solidFill>
                <a:latin typeface="EB Garamond"/>
                <a:ea typeface="EB Garamond"/>
                <a:cs typeface="EB Garamond"/>
                <a:sym typeface="EB Garamond"/>
              </a:rPr>
              <a:t> </a:t>
            </a:r>
            <a:endParaRPr sz="1000" dirty="0">
              <a:solidFill>
                <a:schemeClr val="dk1"/>
              </a:solidFill>
              <a:latin typeface="EB Garamond"/>
              <a:ea typeface="EB Garamond"/>
              <a:cs typeface="EB Garamond"/>
              <a:sym typeface="EB Garamond"/>
            </a:endParaRPr>
          </a:p>
          <a:p>
            <a:pPr marL="0" lvl="0" indent="0" algn="ctr" rtl="0">
              <a:spcBef>
                <a:spcPts val="0"/>
              </a:spcBef>
              <a:spcAft>
                <a:spcPts val="0"/>
              </a:spcAft>
              <a:buNone/>
            </a:pPr>
            <a:r>
              <a:rPr lang="en" sz="3000" b="1" dirty="0">
                <a:solidFill>
                  <a:schemeClr val="dk1"/>
                </a:solidFill>
                <a:latin typeface="EB Garamond"/>
                <a:ea typeface="EB Garamond"/>
                <a:cs typeface="EB Garamond"/>
                <a:sym typeface="EB Garamond"/>
              </a:rPr>
              <a:t>Knowledge tracing</a:t>
            </a:r>
            <a:r>
              <a:rPr lang="en" sz="3000" dirty="0">
                <a:solidFill>
                  <a:schemeClr val="dk1"/>
                </a:solidFill>
                <a:latin typeface="EB Garamond"/>
                <a:ea typeface="EB Garamond"/>
                <a:cs typeface="EB Garamond"/>
                <a:sym typeface="EB Garamond"/>
              </a:rPr>
              <a:t>, the practice of modeling and predicting student knowledge over time, has many applications for intelligent tutoring systems like ASSISTments. Our goal is to enable customized learning for students and provide data-driven insights for teachers, schools, and researchers by implementing a mastery learning service that </a:t>
            </a:r>
            <a:r>
              <a:rPr lang="en" sz="3000" b="1" dirty="0">
                <a:solidFill>
                  <a:schemeClr val="dk1"/>
                </a:solidFill>
                <a:latin typeface="EB Garamond"/>
                <a:ea typeface="EB Garamond"/>
                <a:cs typeface="EB Garamond"/>
                <a:sym typeface="EB Garamond"/>
              </a:rPr>
              <a:t>tracks and predicts student knowledge in real time</a:t>
            </a:r>
            <a:r>
              <a:rPr lang="en" sz="3000" dirty="0">
                <a:solidFill>
                  <a:schemeClr val="dk1"/>
                </a:solidFill>
                <a:latin typeface="EB Garamond"/>
                <a:ea typeface="EB Garamond"/>
                <a:cs typeface="EB Garamond"/>
                <a:sym typeface="EB Garamond"/>
              </a:rPr>
              <a:t>.</a:t>
            </a:r>
            <a:endParaRPr sz="3000" dirty="0">
              <a:solidFill>
                <a:schemeClr val="dk1"/>
              </a:solidFill>
              <a:latin typeface="EB Garamond"/>
              <a:ea typeface="EB Garamond"/>
              <a:cs typeface="EB Garamond"/>
              <a:sym typeface="EB Garamond"/>
            </a:endParaRPr>
          </a:p>
        </p:txBody>
      </p:sp>
      <p:sp>
        <p:nvSpPr>
          <p:cNvPr id="274" name="Google Shape;274;p20"/>
          <p:cNvSpPr/>
          <p:nvPr/>
        </p:nvSpPr>
        <p:spPr>
          <a:xfrm>
            <a:off x="546069" y="5677089"/>
            <a:ext cx="10264494" cy="3489438"/>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0" tIns="0" rIns="0" bIns="0" anchor="ctr" anchorCtr="0">
            <a:noAutofit/>
          </a:bodyPr>
          <a:lstStyle/>
          <a:p>
            <a:pPr marL="0" lvl="0" indent="0" algn="ctr" rtl="0">
              <a:lnSpc>
                <a:spcPts val="3800"/>
              </a:lnSpc>
              <a:spcBef>
                <a:spcPts val="0"/>
              </a:spcBef>
              <a:spcAft>
                <a:spcPts val="0"/>
              </a:spcAft>
              <a:buNone/>
            </a:pPr>
            <a:endParaRPr lang="en" sz="5000" dirty="0">
              <a:solidFill>
                <a:schemeClr val="dk1"/>
              </a:solidFill>
              <a:latin typeface="Lexend SemiBold"/>
              <a:ea typeface="Lexend SemiBold"/>
              <a:cs typeface="Lexend SemiBold"/>
              <a:sym typeface="Lexend SemiBold"/>
            </a:endParaRPr>
          </a:p>
          <a:p>
            <a:pPr marL="0" lvl="0" indent="0" algn="ctr" rtl="0">
              <a:lnSpc>
                <a:spcPts val="3800"/>
              </a:lnSpc>
              <a:spcBef>
                <a:spcPts val="0"/>
              </a:spcBef>
              <a:spcAft>
                <a:spcPts val="0"/>
              </a:spcAft>
              <a:buNone/>
            </a:pPr>
            <a:r>
              <a:rPr lang="en" sz="5000" dirty="0">
                <a:solidFill>
                  <a:schemeClr val="dk1"/>
                </a:solidFill>
                <a:latin typeface="Lexend SemiBold"/>
                <a:ea typeface="Lexend SemiBold"/>
                <a:cs typeface="Lexend SemiBold"/>
                <a:sym typeface="Lexend SemiBold"/>
              </a:rPr>
              <a:t>Data Gathering</a:t>
            </a:r>
            <a:endParaRPr lang="en" sz="1000" dirty="0">
              <a:solidFill>
                <a:schemeClr val="dk1"/>
              </a:solidFill>
              <a:latin typeface="EB Garamond"/>
              <a:ea typeface="EB Garamond"/>
              <a:cs typeface="EB Garamond"/>
              <a:sym typeface="EB Garamond"/>
            </a:endParaRPr>
          </a:p>
          <a:p>
            <a:pPr marL="285750" lvl="0" indent="-419100" rtl="0">
              <a:lnSpc>
                <a:spcPct val="150000"/>
              </a:lnSpc>
              <a:spcBef>
                <a:spcPts val="0"/>
              </a:spcBef>
              <a:spcAft>
                <a:spcPts val="0"/>
              </a:spcAft>
              <a:buClr>
                <a:srgbClr val="1746A2"/>
              </a:buClr>
              <a:buSzPts val="3000"/>
              <a:buFont typeface="EB Garamond"/>
              <a:buChar char="●"/>
            </a:pPr>
            <a:r>
              <a:rPr lang="en" sz="3000" dirty="0">
                <a:solidFill>
                  <a:schemeClr val="dk1"/>
                </a:solidFill>
                <a:latin typeface="EB Garamond"/>
                <a:ea typeface="EB Garamond"/>
                <a:cs typeface="EB Garamond"/>
                <a:sym typeface="EB Garamond"/>
              </a:rPr>
              <a:t>ASSISTments problem logs since June 2022 (~14m rows)</a:t>
            </a:r>
            <a:endParaRPr sz="3000" dirty="0">
              <a:solidFill>
                <a:schemeClr val="dk1"/>
              </a:solidFill>
              <a:latin typeface="EB Garamond"/>
              <a:ea typeface="EB Garamond"/>
              <a:cs typeface="EB Garamond"/>
              <a:sym typeface="EB Garamond"/>
            </a:endParaRPr>
          </a:p>
          <a:p>
            <a:pPr marL="285750" lvl="0" indent="-419100" rtl="0">
              <a:lnSpc>
                <a:spcPts val="3800"/>
              </a:lnSpc>
              <a:spcBef>
                <a:spcPts val="0"/>
              </a:spcBef>
              <a:spcAft>
                <a:spcPts val="0"/>
              </a:spcAft>
              <a:buClr>
                <a:srgbClr val="1746A2"/>
              </a:buClr>
              <a:buSzPts val="3000"/>
              <a:buFont typeface="EB Garamond"/>
              <a:buChar char="●"/>
            </a:pPr>
            <a:r>
              <a:rPr lang="en" sz="3000" dirty="0">
                <a:solidFill>
                  <a:schemeClr val="dk1"/>
                </a:solidFill>
                <a:latin typeface="EB Garamond"/>
                <a:ea typeface="EB Garamond"/>
                <a:cs typeface="EB Garamond"/>
                <a:sym typeface="EB Garamond"/>
              </a:rPr>
              <a:t>Maximum first 100 logs for each student on a single skill</a:t>
            </a:r>
            <a:endParaRPr sz="3000" dirty="0">
              <a:solidFill>
                <a:schemeClr val="dk1"/>
              </a:solidFill>
              <a:latin typeface="EB Garamond"/>
              <a:ea typeface="EB Garamond"/>
              <a:cs typeface="EB Garamond"/>
              <a:sym typeface="EB Garamond"/>
            </a:endParaRPr>
          </a:p>
          <a:p>
            <a:pPr marL="285750" lvl="0" indent="-419100" rtl="0">
              <a:lnSpc>
                <a:spcPts val="3800"/>
              </a:lnSpc>
              <a:spcBef>
                <a:spcPts val="0"/>
              </a:spcBef>
              <a:spcAft>
                <a:spcPts val="0"/>
              </a:spcAft>
              <a:buClr>
                <a:srgbClr val="1746A2"/>
              </a:buClr>
              <a:buSzPts val="3000"/>
              <a:buFont typeface="EB Garamond"/>
              <a:buChar char="●"/>
            </a:pPr>
            <a:r>
              <a:rPr lang="en" sz="3000" dirty="0">
                <a:solidFill>
                  <a:schemeClr val="dk1"/>
                </a:solidFill>
                <a:latin typeface="EB Garamond"/>
                <a:ea typeface="EB Garamond"/>
                <a:cs typeface="EB Garamond"/>
                <a:sym typeface="EB Garamond"/>
              </a:rPr>
              <a:t>Discard students w/ only one log on a skill from train set </a:t>
            </a:r>
            <a:r>
              <a:rPr lang="en" sz="2800" dirty="0">
                <a:solidFill>
                  <a:schemeClr val="dk1"/>
                </a:solidFill>
                <a:latin typeface="EB Garamond"/>
                <a:ea typeface="EB Garamond"/>
                <a:cs typeface="EB Garamond"/>
                <a:sym typeface="EB Garamond"/>
              </a:rPr>
              <a:t>[2]</a:t>
            </a:r>
            <a:endParaRPr sz="2800" dirty="0">
              <a:solidFill>
                <a:schemeClr val="dk1"/>
              </a:solidFill>
              <a:latin typeface="EB Garamond"/>
              <a:ea typeface="EB Garamond"/>
              <a:cs typeface="EB Garamond"/>
              <a:sym typeface="EB Garamond"/>
            </a:endParaRPr>
          </a:p>
          <a:p>
            <a:pPr marL="285750" lvl="0" indent="-419100" rtl="0">
              <a:lnSpc>
                <a:spcPts val="3800"/>
              </a:lnSpc>
              <a:spcBef>
                <a:spcPts val="0"/>
              </a:spcBef>
              <a:spcAft>
                <a:spcPts val="0"/>
              </a:spcAft>
              <a:buClr>
                <a:srgbClr val="1746A2"/>
              </a:buClr>
              <a:buSzPts val="3000"/>
              <a:buFont typeface="EB Garamond"/>
              <a:buChar char="●"/>
            </a:pPr>
            <a:r>
              <a:rPr lang="en" sz="3000" dirty="0">
                <a:solidFill>
                  <a:schemeClr val="dk1"/>
                </a:solidFill>
                <a:latin typeface="EB Garamond"/>
                <a:ea typeface="EB Garamond"/>
                <a:cs typeface="EB Garamond"/>
                <a:sym typeface="EB Garamond"/>
              </a:rPr>
              <a:t>70/30 train/test split such that no students are in both sets</a:t>
            </a:r>
          </a:p>
          <a:p>
            <a:pPr lvl="0" rtl="0">
              <a:lnSpc>
                <a:spcPts val="3800"/>
              </a:lnSpc>
              <a:spcBef>
                <a:spcPts val="0"/>
              </a:spcBef>
              <a:spcAft>
                <a:spcPts val="0"/>
              </a:spcAft>
              <a:buClr>
                <a:srgbClr val="1746A2"/>
              </a:buClr>
              <a:buSzPts val="3000"/>
            </a:pPr>
            <a:endParaRPr sz="3000" dirty="0">
              <a:solidFill>
                <a:schemeClr val="dk1"/>
              </a:solidFill>
              <a:latin typeface="EB Garamond"/>
              <a:ea typeface="EB Garamond"/>
              <a:cs typeface="EB Garamond"/>
              <a:sym typeface="EB Garamond"/>
            </a:endParaRPr>
          </a:p>
        </p:txBody>
      </p:sp>
      <p:sp>
        <p:nvSpPr>
          <p:cNvPr id="275" name="Google Shape;275;p20"/>
          <p:cNvSpPr/>
          <p:nvPr/>
        </p:nvSpPr>
        <p:spPr>
          <a:xfrm>
            <a:off x="22396647" y="10008451"/>
            <a:ext cx="10100400" cy="8971972"/>
          </a:xfrm>
          <a:prstGeom prst="roundRect">
            <a:avLst>
              <a:gd name="adj" fmla="val 16667"/>
            </a:avLst>
          </a:prstGeom>
          <a:solidFill>
            <a:srgbClr val="FFFFFF"/>
          </a:solidFill>
          <a:ln w="76200" cap="flat" cmpd="sng">
            <a:solidFill>
              <a:srgbClr val="1746A2"/>
            </a:solidFill>
            <a:prstDash val="solid"/>
            <a:round/>
            <a:headEnd type="none" w="sm" len="sm"/>
            <a:tailEnd type="none" w="sm" len="sm"/>
          </a:ln>
        </p:spPr>
        <p:txBody>
          <a:bodyPr spcFirstLastPara="1" wrap="square" lIns="91425" tIns="91425" rIns="91425" bIns="0" anchor="b" anchorCtr="0">
            <a:noAutofit/>
          </a:bodyPr>
          <a:lstStyle/>
          <a:p>
            <a:pPr marL="0" lvl="0" indent="0" algn="ctr" rtl="0">
              <a:lnSpc>
                <a:spcPts val="3800"/>
              </a:lnSpc>
              <a:spcBef>
                <a:spcPts val="0"/>
              </a:spcBef>
              <a:spcAft>
                <a:spcPts val="0"/>
              </a:spcAft>
              <a:buNone/>
            </a:pPr>
            <a:r>
              <a:rPr lang="en" sz="5000" dirty="0">
                <a:latin typeface="Lexend SemiBold"/>
                <a:ea typeface="Lexend SemiBold"/>
                <a:cs typeface="Lexend SemiBold"/>
                <a:sym typeface="Lexend SemiBold"/>
              </a:rPr>
              <a:t>Discussion</a:t>
            </a:r>
          </a:p>
          <a:p>
            <a:pPr marL="0" lvl="0" indent="0" algn="ctr" rtl="0">
              <a:lnSpc>
                <a:spcPts val="3800"/>
              </a:lnSpc>
              <a:spcBef>
                <a:spcPts val="0"/>
              </a:spcBef>
              <a:spcAft>
                <a:spcPts val="0"/>
              </a:spcAft>
              <a:buNone/>
            </a:pPr>
            <a:endParaRPr lang="en-US" sz="1000" dirty="0">
              <a:latin typeface="Lexend SemiBold"/>
              <a:ea typeface="Lexend SemiBold"/>
              <a:cs typeface="Lexend SemiBold"/>
              <a:sym typeface="Lexend SemiBold"/>
            </a:endParaRPr>
          </a:p>
          <a:p>
            <a:pPr marL="457200" lvl="0" indent="-419100" algn="l" rtl="0">
              <a:lnSpc>
                <a:spcPts val="3800"/>
              </a:lnSpc>
              <a:spcBef>
                <a:spcPts val="0"/>
              </a:spcBef>
              <a:spcAft>
                <a:spcPts val="0"/>
              </a:spcAft>
              <a:buClr>
                <a:srgbClr val="1746A2"/>
              </a:buClr>
              <a:buSzPts val="3000"/>
              <a:buFont typeface="EB Garamond"/>
              <a:buChar char="●"/>
            </a:pPr>
            <a:r>
              <a:rPr lang="en-US" sz="3000" dirty="0">
                <a:latin typeface="EB Garamond"/>
                <a:ea typeface="EB Garamond"/>
                <a:cs typeface="EB Garamond"/>
                <a:sym typeface="EB Garamond"/>
              </a:rPr>
              <a:t>BKT model outperforms PFA model</a:t>
            </a:r>
          </a:p>
          <a:p>
            <a:pPr marL="457200" lvl="0" indent="-419100" algn="l" rtl="0">
              <a:lnSpc>
                <a:spcPts val="3800"/>
              </a:lnSpc>
              <a:spcBef>
                <a:spcPts val="0"/>
              </a:spcBef>
              <a:spcAft>
                <a:spcPts val="0"/>
              </a:spcAft>
              <a:buClr>
                <a:srgbClr val="1746A2"/>
              </a:buClr>
              <a:buSzPts val="3000"/>
              <a:buFont typeface="EB Garamond"/>
              <a:buChar char="●"/>
            </a:pPr>
            <a:r>
              <a:rPr lang="en-US" sz="3000" dirty="0">
                <a:latin typeface="EB Garamond"/>
                <a:ea typeface="EB Garamond"/>
                <a:cs typeface="EB Garamond"/>
                <a:sym typeface="EB Garamond"/>
              </a:rPr>
              <a:t>Other BKT studies have better-performing models [1, 2]</a:t>
            </a:r>
          </a:p>
          <a:p>
            <a:pPr marL="457200" lvl="0" indent="-419100" algn="l" rtl="0">
              <a:lnSpc>
                <a:spcPts val="3800"/>
              </a:lnSpc>
              <a:spcBef>
                <a:spcPts val="0"/>
              </a:spcBef>
              <a:spcAft>
                <a:spcPts val="0"/>
              </a:spcAft>
              <a:buClr>
                <a:srgbClr val="1746A2"/>
              </a:buClr>
              <a:buSzPts val="3000"/>
              <a:buFont typeface="EB Garamond"/>
              <a:buChar char="●"/>
            </a:pPr>
            <a:r>
              <a:rPr lang="en-US" sz="3000" dirty="0">
                <a:latin typeface="EB Garamond"/>
                <a:ea typeface="EB Garamond"/>
                <a:cs typeface="EB Garamond"/>
                <a:sym typeface="EB Garamond"/>
              </a:rPr>
              <a:t>Exclusion of some skills with inaccurate models</a:t>
            </a:r>
          </a:p>
          <a:p>
            <a:pPr marL="457200" lvl="0" indent="-419100" algn="l" rtl="0">
              <a:lnSpc>
                <a:spcPts val="3800"/>
              </a:lnSpc>
              <a:spcBef>
                <a:spcPts val="0"/>
              </a:spcBef>
              <a:spcAft>
                <a:spcPts val="0"/>
              </a:spcAft>
              <a:buClr>
                <a:srgbClr val="1746A2"/>
              </a:buClr>
              <a:buSzPts val="3000"/>
              <a:buFont typeface="EB Garamond"/>
              <a:buChar char="●"/>
            </a:pPr>
            <a:r>
              <a:rPr lang="en-US" sz="3000" dirty="0">
                <a:solidFill>
                  <a:schemeClr val="dk1"/>
                </a:solidFill>
                <a:latin typeface="EB Garamond"/>
                <a:ea typeface="EB Garamond"/>
                <a:cs typeface="EB Garamond"/>
                <a:sym typeface="EB Garamond"/>
              </a:rPr>
              <a:t>BKT model improves as student does more problems</a:t>
            </a:r>
            <a:endParaRPr lang="en-US" sz="3000" dirty="0">
              <a:latin typeface="EB Garamond"/>
              <a:ea typeface="EB Garamond"/>
              <a:cs typeface="EB Garamond"/>
              <a:sym typeface="EB Garamond"/>
            </a:endParaRPr>
          </a:p>
          <a:p>
            <a:pPr marL="457200" lvl="0" indent="-419100" algn="l" rtl="0">
              <a:lnSpc>
                <a:spcPts val="3800"/>
              </a:lnSpc>
              <a:spcBef>
                <a:spcPts val="0"/>
              </a:spcBef>
              <a:spcAft>
                <a:spcPts val="0"/>
              </a:spcAft>
              <a:buClr>
                <a:srgbClr val="1746A2"/>
              </a:buClr>
              <a:buSzPts val="3000"/>
              <a:buFont typeface="EB Garamond"/>
              <a:buChar char="●"/>
            </a:pPr>
            <a:r>
              <a:rPr lang="en-US" sz="3000" dirty="0">
                <a:latin typeface="EB Garamond"/>
                <a:ea typeface="EB Garamond"/>
                <a:cs typeface="Lexend SemiBold"/>
                <a:sym typeface="EB Garamond"/>
              </a:rPr>
              <a:t>Development of API vs. how the API is used</a:t>
            </a:r>
          </a:p>
          <a:p>
            <a:pPr marL="457200" lvl="0" indent="-419100" algn="l" rtl="0">
              <a:lnSpc>
                <a:spcPts val="3800"/>
              </a:lnSpc>
              <a:spcBef>
                <a:spcPts val="0"/>
              </a:spcBef>
              <a:spcAft>
                <a:spcPts val="0"/>
              </a:spcAft>
              <a:buClr>
                <a:srgbClr val="1746A2"/>
              </a:buClr>
              <a:buSzPts val="3000"/>
              <a:buFont typeface="EB Garamond"/>
              <a:buChar char="●"/>
            </a:pPr>
            <a:endParaRPr lang="en-US" sz="1600" dirty="0">
              <a:latin typeface="Lexend SemiBold"/>
              <a:ea typeface="Lexend SemiBold"/>
              <a:cs typeface="Lexend SemiBold"/>
              <a:sym typeface="Lexend SemiBold"/>
            </a:endParaRPr>
          </a:p>
          <a:p>
            <a:pPr marL="0" lvl="0" indent="0" algn="ctr" rtl="0">
              <a:lnSpc>
                <a:spcPts val="3800"/>
              </a:lnSpc>
              <a:spcBef>
                <a:spcPts val="1800"/>
              </a:spcBef>
              <a:spcAft>
                <a:spcPts val="0"/>
              </a:spcAft>
              <a:buNone/>
            </a:pPr>
            <a:r>
              <a:rPr lang="en" sz="5000" dirty="0">
                <a:latin typeface="Lexend SemiBold"/>
                <a:ea typeface="Lexend SemiBold"/>
                <a:cs typeface="Lexend SemiBold"/>
                <a:sym typeface="Lexend SemiBold"/>
              </a:rPr>
              <a:t>Next Steps</a:t>
            </a:r>
          </a:p>
          <a:p>
            <a:pPr marL="0" lvl="0" indent="0" algn="ctr" rtl="0">
              <a:lnSpc>
                <a:spcPts val="3800"/>
              </a:lnSpc>
              <a:spcBef>
                <a:spcPts val="1800"/>
              </a:spcBef>
              <a:spcAft>
                <a:spcPts val="0"/>
              </a:spcAft>
              <a:buNone/>
            </a:pPr>
            <a:endParaRPr lang="en-US" sz="1000" dirty="0">
              <a:latin typeface="Lexend SemiBold"/>
              <a:ea typeface="Lexend SemiBold"/>
              <a:cs typeface="Lexend SemiBold"/>
              <a:sym typeface="Lexend SemiBold"/>
            </a:endParaRPr>
          </a:p>
          <a:p>
            <a:pPr marL="457200" indent="-419100">
              <a:lnSpc>
                <a:spcPts val="3800"/>
              </a:lnSpc>
              <a:buClr>
                <a:srgbClr val="1746A2"/>
              </a:buClr>
              <a:buSzPts val="3000"/>
              <a:buFont typeface="EB Garamond"/>
              <a:buChar char="●"/>
            </a:pPr>
            <a:r>
              <a:rPr lang="en-US" sz="3000" dirty="0">
                <a:latin typeface="EB Garamond"/>
                <a:ea typeface="EB Garamond"/>
                <a:cs typeface="EB Garamond"/>
                <a:sym typeface="EB Garamond"/>
              </a:rPr>
              <a:t>Integrate mastery service into the ASSISTments platform</a:t>
            </a:r>
            <a:endParaRPr lang="en" sz="3000" dirty="0">
              <a:latin typeface="EB Garamond"/>
              <a:ea typeface="EB Garamond"/>
              <a:cs typeface="EB Garamond"/>
              <a:sym typeface="EB Garamond"/>
            </a:endParaRPr>
          </a:p>
          <a:p>
            <a:pPr marL="457200" lvl="0" indent="-419100" algn="l" rtl="0">
              <a:lnSpc>
                <a:spcPts val="3800"/>
              </a:lnSpc>
              <a:spcBef>
                <a:spcPts val="0"/>
              </a:spcBef>
              <a:spcAft>
                <a:spcPts val="0"/>
              </a:spcAft>
              <a:buClr>
                <a:srgbClr val="1746A2"/>
              </a:buClr>
              <a:buSzPts val="3000"/>
              <a:buFont typeface="EB Garamond"/>
              <a:buChar char="●"/>
            </a:pPr>
            <a:r>
              <a:rPr lang="en-US" sz="3000" dirty="0">
                <a:latin typeface="EB Garamond"/>
                <a:ea typeface="EB Garamond"/>
                <a:cs typeface="EB Garamond"/>
                <a:sym typeface="EB Garamond"/>
              </a:rPr>
              <a:t>Fix some issues with pyBKT Python library [1]</a:t>
            </a:r>
          </a:p>
          <a:p>
            <a:pPr marL="457200" indent="-419100">
              <a:lnSpc>
                <a:spcPts val="3800"/>
              </a:lnSpc>
              <a:buClr>
                <a:srgbClr val="1746A2"/>
              </a:buClr>
              <a:buSzPts val="3000"/>
              <a:buFont typeface="EB Garamond"/>
              <a:buChar char="●"/>
            </a:pPr>
            <a:r>
              <a:rPr lang="en-US" sz="3000" dirty="0">
                <a:latin typeface="EB Garamond"/>
                <a:ea typeface="EB Garamond"/>
                <a:cs typeface="EB Garamond"/>
                <a:sym typeface="EB Garamond"/>
              </a:rPr>
              <a:t>Develop an error metric for reliability of BKT</a:t>
            </a:r>
            <a:endParaRPr sz="3000" dirty="0">
              <a:latin typeface="EB Garamond"/>
              <a:ea typeface="EB Garamond"/>
              <a:cs typeface="EB Garamond"/>
              <a:sym typeface="EB Garamond"/>
            </a:endParaRPr>
          </a:p>
          <a:p>
            <a:pPr marL="457200" lvl="0" indent="-419100">
              <a:lnSpc>
                <a:spcPts val="3800"/>
              </a:lnSpc>
              <a:buClr>
                <a:srgbClr val="1746A2"/>
              </a:buClr>
              <a:buSzPts val="3000"/>
              <a:buFont typeface="EB Garamond"/>
              <a:buChar char="●"/>
            </a:pPr>
            <a:r>
              <a:rPr lang="en" sz="3000" dirty="0">
                <a:latin typeface="EB Garamond"/>
                <a:ea typeface="EB Garamond"/>
                <a:cs typeface="EB Garamond"/>
                <a:sym typeface="EB Garamond"/>
              </a:rPr>
              <a:t>Compare to other knowledge tracing models including Factorization Machines and Deep Neural Networks</a:t>
            </a:r>
            <a:endParaRPr sz="3000" dirty="0">
              <a:latin typeface="EB Garamond"/>
              <a:ea typeface="EB Garamond"/>
              <a:cs typeface="EB Garamond"/>
              <a:sym typeface="EB Garamond"/>
            </a:endParaRPr>
          </a:p>
        </p:txBody>
      </p:sp>
      <p:pic>
        <p:nvPicPr>
          <p:cNvPr id="279" name="Google Shape;279;p20"/>
          <p:cNvPicPr preferRelativeResize="0"/>
          <p:nvPr/>
        </p:nvPicPr>
        <p:blipFill>
          <a:blip r:embed="rId4">
            <a:alphaModFix/>
          </a:blip>
          <a:stretch>
            <a:fillRect/>
          </a:stretch>
        </p:blipFill>
        <p:spPr>
          <a:xfrm>
            <a:off x="18361035" y="7040780"/>
            <a:ext cx="3067525" cy="1027983"/>
          </a:xfrm>
          <a:prstGeom prst="rect">
            <a:avLst/>
          </a:prstGeom>
          <a:noFill/>
          <a:ln>
            <a:noFill/>
          </a:ln>
        </p:spPr>
      </p:pic>
      <p:sp>
        <p:nvSpPr>
          <p:cNvPr id="283" name="Google Shape;283;p20"/>
          <p:cNvSpPr txBox="1"/>
          <p:nvPr/>
        </p:nvSpPr>
        <p:spPr>
          <a:xfrm>
            <a:off x="16942266" y="8056343"/>
            <a:ext cx="4651777" cy="1057374"/>
          </a:xfrm>
          <a:prstGeom prst="rect">
            <a:avLst/>
          </a:prstGeom>
          <a:noFill/>
          <a:ln>
            <a:noFill/>
          </a:ln>
        </p:spPr>
        <p:txBody>
          <a:bodyPr spcFirstLastPara="1" wrap="square" lIns="91425" tIns="91425" rIns="91425" bIns="91425" anchor="t" anchorCtr="0">
            <a:noAutofit/>
          </a:bodyPr>
          <a:lstStyle/>
          <a:p>
            <a:pPr algn="ctr"/>
            <a:r>
              <a:rPr lang="en-US" sz="2400" dirty="0">
                <a:solidFill>
                  <a:schemeClr val="dk1"/>
                </a:solidFill>
                <a:latin typeface="EB Garamond"/>
                <a:ea typeface="EB Garamond"/>
                <a:cs typeface="EB Garamond"/>
                <a:sym typeface="EB Garamond"/>
              </a:rPr>
              <a:t>How the BKT mastery prediction is updated after a question</a:t>
            </a:r>
          </a:p>
          <a:p>
            <a:pPr marL="0" lvl="0" indent="0" algn="ctr" rtl="0">
              <a:spcBef>
                <a:spcPts val="0"/>
              </a:spcBef>
              <a:spcAft>
                <a:spcPts val="0"/>
              </a:spcAft>
              <a:buNone/>
            </a:pPr>
            <a:endParaRPr sz="2400" dirty="0">
              <a:latin typeface="Lexend Medium"/>
              <a:ea typeface="Lexend Medium"/>
              <a:cs typeface="Lexend Medium"/>
              <a:sym typeface="Lexend Medium"/>
            </a:endParaRPr>
          </a:p>
        </p:txBody>
      </p:sp>
      <p:sp>
        <p:nvSpPr>
          <p:cNvPr id="284" name="Google Shape;284;p20"/>
          <p:cNvSpPr txBox="1"/>
          <p:nvPr/>
        </p:nvSpPr>
        <p:spPr>
          <a:xfrm>
            <a:off x="11423366" y="11880863"/>
            <a:ext cx="4334482" cy="1356448"/>
          </a:xfrm>
          <a:prstGeom prst="rect">
            <a:avLst/>
          </a:prstGeom>
          <a:noFill/>
          <a:ln>
            <a:noFill/>
          </a:ln>
        </p:spPr>
        <p:txBody>
          <a:bodyPr spcFirstLastPara="1" wrap="square" lIns="91425" tIns="91425" rIns="91425" bIns="91425" anchor="t" anchorCtr="0">
            <a:noAutofit/>
          </a:bodyPr>
          <a:lstStyle/>
          <a:p>
            <a:pPr algn="ctr"/>
            <a:r>
              <a:rPr lang="en-US" sz="2400" dirty="0">
                <a:solidFill>
                  <a:schemeClr val="dk1"/>
                </a:solidFill>
                <a:latin typeface="EB Garamond"/>
                <a:ea typeface="EB Garamond"/>
                <a:cs typeface="EB Garamond"/>
                <a:sym typeface="EB Garamond"/>
              </a:rPr>
              <a:t>How BKT models a student applying their knowledge on a single question</a:t>
            </a:r>
          </a:p>
          <a:p>
            <a:pPr marL="0" lvl="0" indent="0" algn="ctr" rtl="0">
              <a:spcBef>
                <a:spcPts val="0"/>
              </a:spcBef>
              <a:spcAft>
                <a:spcPts val="0"/>
              </a:spcAft>
              <a:buNone/>
            </a:pPr>
            <a:endParaRPr sz="2400" dirty="0">
              <a:latin typeface="Lexend Medium"/>
              <a:ea typeface="Lexend Medium"/>
              <a:cs typeface="Lexend Medium"/>
              <a:sym typeface="Lexend Medium"/>
            </a:endParaRPr>
          </a:p>
        </p:txBody>
      </p:sp>
      <p:sp>
        <p:nvSpPr>
          <p:cNvPr id="285" name="Google Shape;285;p20"/>
          <p:cNvSpPr txBox="1"/>
          <p:nvPr/>
        </p:nvSpPr>
        <p:spPr>
          <a:xfrm>
            <a:off x="11753754" y="17977990"/>
            <a:ext cx="6901083" cy="235318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solidFill>
                  <a:schemeClr val="dk1"/>
                </a:solidFill>
                <a:latin typeface="EB Garamond"/>
                <a:ea typeface="EB Garamond"/>
                <a:cs typeface="Lexend Medium"/>
                <a:sym typeface="EB Garamond"/>
              </a:rPr>
              <a:t>How </a:t>
            </a:r>
            <a:r>
              <a:rPr lang="en" sz="2400" dirty="0">
                <a:solidFill>
                  <a:schemeClr val="dk1"/>
                </a:solidFill>
                <a:latin typeface="EB Garamond"/>
                <a:ea typeface="EB Garamond"/>
                <a:cs typeface="EB Garamond"/>
                <a:sym typeface="EB Garamond"/>
              </a:rPr>
              <a:t>BKT mastery predictions change over 10 questions for three skills</a:t>
            </a:r>
            <a:endParaRPr sz="2400" dirty="0">
              <a:latin typeface="Lexend Medium"/>
              <a:ea typeface="Lexend Medium"/>
              <a:cs typeface="Lexend Medium"/>
              <a:sym typeface="Lexend Medium"/>
            </a:endParaRPr>
          </a:p>
        </p:txBody>
      </p:sp>
      <p:pic>
        <p:nvPicPr>
          <p:cNvPr id="286" name="Google Shape;286;p20"/>
          <p:cNvPicPr preferRelativeResize="0"/>
          <p:nvPr/>
        </p:nvPicPr>
        <p:blipFill>
          <a:blip r:embed="rId5">
            <a:alphaModFix/>
          </a:blip>
          <a:stretch>
            <a:fillRect/>
          </a:stretch>
        </p:blipFill>
        <p:spPr>
          <a:xfrm>
            <a:off x="30227704" y="19415091"/>
            <a:ext cx="2667000" cy="2530509"/>
          </a:xfrm>
          <a:prstGeom prst="rect">
            <a:avLst/>
          </a:prstGeom>
          <a:noFill/>
          <a:ln w="76200" cap="flat" cmpd="sng">
            <a:solidFill>
              <a:srgbClr val="1746A2"/>
            </a:solidFill>
            <a:prstDash val="solid"/>
            <a:round/>
            <a:headEnd type="none" w="sm" len="sm"/>
            <a:tailEnd type="none" w="sm" len="sm"/>
          </a:ln>
        </p:spPr>
      </p:pic>
      <p:sp>
        <p:nvSpPr>
          <p:cNvPr id="287" name="Google Shape;287;p20"/>
          <p:cNvSpPr txBox="1"/>
          <p:nvPr/>
        </p:nvSpPr>
        <p:spPr>
          <a:xfrm>
            <a:off x="22445038" y="5792893"/>
            <a:ext cx="10052009" cy="22806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000" dirty="0">
                <a:latin typeface="Lexend SemiBold" panose="020B0604020202020204" charset="0"/>
                <a:ea typeface="Lexend Medium"/>
                <a:cs typeface="Lexend Medium"/>
                <a:sym typeface="Lexend Medium"/>
              </a:rPr>
              <a:t>Use Case Flow</a:t>
            </a:r>
          </a:p>
          <a:p>
            <a:pPr marL="0" lvl="0" indent="0" algn="ctr" rtl="0">
              <a:spcBef>
                <a:spcPts val="0"/>
              </a:spcBef>
              <a:spcAft>
                <a:spcPts val="0"/>
              </a:spcAft>
              <a:buNone/>
            </a:pPr>
            <a:endParaRPr sz="5000" dirty="0">
              <a:latin typeface="Lexend Medium"/>
              <a:ea typeface="Lexend Medium"/>
              <a:cs typeface="Lexend Medium"/>
              <a:sym typeface="Lexend Medium"/>
            </a:endParaRPr>
          </a:p>
        </p:txBody>
      </p:sp>
      <p:grpSp>
        <p:nvGrpSpPr>
          <p:cNvPr id="288" name="Google Shape;288;p20"/>
          <p:cNvGrpSpPr/>
          <p:nvPr/>
        </p:nvGrpSpPr>
        <p:grpSpPr>
          <a:xfrm>
            <a:off x="969933" y="14825287"/>
            <a:ext cx="9474616" cy="3821467"/>
            <a:chOff x="750000" y="15480485"/>
            <a:chExt cx="9543248" cy="3758555"/>
          </a:xfrm>
        </p:grpSpPr>
        <p:pic>
          <p:nvPicPr>
            <p:cNvPr id="289" name="Google Shape;289;p20"/>
            <p:cNvPicPr preferRelativeResize="0"/>
            <p:nvPr/>
          </p:nvPicPr>
          <p:blipFill>
            <a:blip r:embed="rId6">
              <a:alphaModFix/>
            </a:blip>
            <a:stretch>
              <a:fillRect/>
            </a:stretch>
          </p:blipFill>
          <p:spPr>
            <a:xfrm>
              <a:off x="750000" y="15480485"/>
              <a:ext cx="5011374" cy="3758555"/>
            </a:xfrm>
            <a:prstGeom prst="roundRect">
              <a:avLst/>
            </a:prstGeom>
            <a:noFill/>
            <a:ln>
              <a:noFill/>
            </a:ln>
          </p:spPr>
        </p:pic>
        <p:pic>
          <p:nvPicPr>
            <p:cNvPr id="290" name="Google Shape;290;p20"/>
            <p:cNvPicPr preferRelativeResize="0"/>
            <p:nvPr/>
          </p:nvPicPr>
          <p:blipFill>
            <a:blip r:embed="rId7">
              <a:alphaModFix/>
            </a:blip>
            <a:stretch>
              <a:fillRect/>
            </a:stretch>
          </p:blipFill>
          <p:spPr>
            <a:xfrm>
              <a:off x="5281874" y="15480514"/>
              <a:ext cx="5011374" cy="3758525"/>
            </a:xfrm>
            <a:prstGeom prst="roundRect">
              <a:avLst/>
            </a:prstGeom>
            <a:noFill/>
            <a:ln>
              <a:noFill/>
            </a:ln>
          </p:spPr>
        </p:pic>
      </p:grpSp>
      <p:pic>
        <p:nvPicPr>
          <p:cNvPr id="292" name="Google Shape;292;p20"/>
          <p:cNvPicPr preferRelativeResize="0"/>
          <p:nvPr/>
        </p:nvPicPr>
        <p:blipFill>
          <a:blip r:embed="rId8">
            <a:alphaModFix/>
          </a:blip>
          <a:stretch>
            <a:fillRect/>
          </a:stretch>
        </p:blipFill>
        <p:spPr>
          <a:xfrm>
            <a:off x="1008248" y="14878936"/>
            <a:ext cx="2012875" cy="1001375"/>
          </a:xfrm>
          <a:prstGeom prst="rect">
            <a:avLst/>
          </a:prstGeom>
          <a:noFill/>
          <a:ln>
            <a:noFill/>
          </a:ln>
        </p:spPr>
      </p:pic>
      <p:pic>
        <p:nvPicPr>
          <p:cNvPr id="296" name="Google Shape;296;p20"/>
          <p:cNvPicPr preferRelativeResize="0"/>
          <p:nvPr/>
        </p:nvPicPr>
        <p:blipFill>
          <a:blip r:embed="rId9">
            <a:alphaModFix/>
          </a:blip>
          <a:stretch>
            <a:fillRect/>
          </a:stretch>
        </p:blipFill>
        <p:spPr>
          <a:xfrm>
            <a:off x="27026654" y="1747063"/>
            <a:ext cx="5042594" cy="1333500"/>
          </a:xfrm>
          <a:prstGeom prst="rect">
            <a:avLst/>
          </a:prstGeom>
          <a:noFill/>
          <a:ln>
            <a:noFill/>
          </a:ln>
        </p:spPr>
      </p:pic>
      <p:pic>
        <p:nvPicPr>
          <p:cNvPr id="297" name="Google Shape;297;p20"/>
          <p:cNvPicPr preferRelativeResize="0"/>
          <p:nvPr/>
        </p:nvPicPr>
        <p:blipFill>
          <a:blip r:embed="rId10">
            <a:alphaModFix/>
          </a:blip>
          <a:stretch>
            <a:fillRect/>
          </a:stretch>
        </p:blipFill>
        <p:spPr>
          <a:xfrm>
            <a:off x="27670045" y="513381"/>
            <a:ext cx="3755811" cy="1217253"/>
          </a:xfrm>
          <a:prstGeom prst="rect">
            <a:avLst/>
          </a:prstGeom>
          <a:noFill/>
          <a:ln>
            <a:noFill/>
          </a:ln>
        </p:spPr>
      </p:pic>
      <p:pic>
        <p:nvPicPr>
          <p:cNvPr id="300" name="Google Shape;300;p20"/>
          <p:cNvPicPr preferRelativeResize="0"/>
          <p:nvPr/>
        </p:nvPicPr>
        <p:blipFill>
          <a:blip r:embed="rId11">
            <a:alphaModFix/>
          </a:blip>
          <a:stretch>
            <a:fillRect/>
          </a:stretch>
        </p:blipFill>
        <p:spPr>
          <a:xfrm>
            <a:off x="23638089" y="6511952"/>
            <a:ext cx="7608429" cy="3161958"/>
          </a:xfrm>
          <a:prstGeom prst="rect">
            <a:avLst/>
          </a:prstGeom>
          <a:noFill/>
          <a:ln>
            <a:noFill/>
          </a:ln>
        </p:spPr>
      </p:pic>
      <p:pic>
        <p:nvPicPr>
          <p:cNvPr id="9" name="Picture 8" descr="A group of white circles with black text&#10;&#10;Description automatically generated">
            <a:extLst>
              <a:ext uri="{FF2B5EF4-FFF2-40B4-BE49-F238E27FC236}">
                <a16:creationId xmlns:a16="http://schemas.microsoft.com/office/drawing/2014/main" id="{96A20D9B-05D6-1B39-78AE-F38DAFF527AA}"/>
              </a:ext>
            </a:extLst>
          </p:cNvPr>
          <p:cNvPicPr>
            <a:picLocks noChangeAspect="1"/>
          </p:cNvPicPr>
          <p:nvPr/>
        </p:nvPicPr>
        <p:blipFill>
          <a:blip r:embed="rId12"/>
          <a:stretch>
            <a:fillRect/>
          </a:stretch>
        </p:blipFill>
        <p:spPr>
          <a:xfrm>
            <a:off x="11810251" y="7096699"/>
            <a:ext cx="6172200" cy="1771650"/>
          </a:xfrm>
          <a:prstGeom prst="rect">
            <a:avLst/>
          </a:prstGeom>
        </p:spPr>
      </p:pic>
      <p:pic>
        <p:nvPicPr>
          <p:cNvPr id="3" name="Google Shape;268;p20">
            <a:extLst>
              <a:ext uri="{FF2B5EF4-FFF2-40B4-BE49-F238E27FC236}">
                <a16:creationId xmlns:a16="http://schemas.microsoft.com/office/drawing/2014/main" id="{0E527087-1B32-7EAA-A080-E6BCE11323B9}"/>
              </a:ext>
            </a:extLst>
          </p:cNvPr>
          <p:cNvPicPr preferRelativeResize="0"/>
          <p:nvPr/>
        </p:nvPicPr>
        <p:blipFill>
          <a:blip r:embed="rId13">
            <a:alphaModFix/>
          </a:blip>
          <a:stretch>
            <a:fillRect/>
          </a:stretch>
        </p:blipFill>
        <p:spPr>
          <a:xfrm>
            <a:off x="19028845" y="14273981"/>
            <a:ext cx="2487000" cy="3578334"/>
          </a:xfrm>
          <a:prstGeom prst="rect">
            <a:avLst/>
          </a:prstGeom>
          <a:noFill/>
          <a:ln>
            <a:noFill/>
          </a:ln>
        </p:spPr>
      </p:pic>
      <p:sp>
        <p:nvSpPr>
          <p:cNvPr id="4" name="Google Shape;294;p20">
            <a:extLst>
              <a:ext uri="{FF2B5EF4-FFF2-40B4-BE49-F238E27FC236}">
                <a16:creationId xmlns:a16="http://schemas.microsoft.com/office/drawing/2014/main" id="{AB625929-4093-366E-5196-436ADC1AD57D}"/>
              </a:ext>
            </a:extLst>
          </p:cNvPr>
          <p:cNvSpPr/>
          <p:nvPr/>
        </p:nvSpPr>
        <p:spPr>
          <a:xfrm>
            <a:off x="19325823" y="14654649"/>
            <a:ext cx="1881900" cy="19242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95;p20">
            <a:extLst>
              <a:ext uri="{FF2B5EF4-FFF2-40B4-BE49-F238E27FC236}">
                <a16:creationId xmlns:a16="http://schemas.microsoft.com/office/drawing/2014/main" id="{A083F5B9-C6CA-83AD-6758-2F7F42571E82}"/>
              </a:ext>
            </a:extLst>
          </p:cNvPr>
          <p:cNvSpPr txBox="1"/>
          <p:nvPr/>
        </p:nvSpPr>
        <p:spPr>
          <a:xfrm>
            <a:off x="19107043" y="17796458"/>
            <a:ext cx="2487000" cy="10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rgbClr val="94C4E9"/>
                </a:solidFill>
              </a:rPr>
              <a:t>Try a BKT simulation!</a:t>
            </a:r>
            <a:endParaRPr sz="2400" b="1" dirty="0">
              <a:solidFill>
                <a:srgbClr val="94C4E9"/>
              </a:solidFill>
            </a:endParaRPr>
          </a:p>
        </p:txBody>
      </p:sp>
      <p:pic>
        <p:nvPicPr>
          <p:cNvPr id="8" name="Google Shape;299;p20">
            <a:extLst>
              <a:ext uri="{FF2B5EF4-FFF2-40B4-BE49-F238E27FC236}">
                <a16:creationId xmlns:a16="http://schemas.microsoft.com/office/drawing/2014/main" id="{A6D6C553-6D91-0945-9919-2570DA5E3CF9}"/>
              </a:ext>
            </a:extLst>
          </p:cNvPr>
          <p:cNvPicPr preferRelativeResize="0"/>
          <p:nvPr/>
        </p:nvPicPr>
        <p:blipFill>
          <a:blip r:embed="rId14">
            <a:alphaModFix/>
          </a:blip>
          <a:stretch>
            <a:fillRect/>
          </a:stretch>
        </p:blipFill>
        <p:spPr>
          <a:xfrm>
            <a:off x="19422585" y="14751824"/>
            <a:ext cx="1688400" cy="1688400"/>
          </a:xfrm>
          <a:prstGeom prst="rect">
            <a:avLst/>
          </a:prstGeom>
          <a:noFill/>
          <a:ln>
            <a:noFill/>
          </a:ln>
        </p:spPr>
      </p:pic>
      <p:sp>
        <p:nvSpPr>
          <p:cNvPr id="10" name="TextBox 9">
            <a:extLst>
              <a:ext uri="{FF2B5EF4-FFF2-40B4-BE49-F238E27FC236}">
                <a16:creationId xmlns:a16="http://schemas.microsoft.com/office/drawing/2014/main" id="{22F6694C-25E9-6952-B789-56C32A7E0D6D}"/>
              </a:ext>
            </a:extLst>
          </p:cNvPr>
          <p:cNvSpPr txBox="1"/>
          <p:nvPr/>
        </p:nvSpPr>
        <p:spPr>
          <a:xfrm>
            <a:off x="12236806" y="5906926"/>
            <a:ext cx="8551960" cy="861774"/>
          </a:xfrm>
          <a:prstGeom prst="rect">
            <a:avLst/>
          </a:prstGeom>
          <a:noFill/>
        </p:spPr>
        <p:txBody>
          <a:bodyPr wrap="square" rtlCol="0">
            <a:spAutoFit/>
          </a:bodyPr>
          <a:lstStyle/>
          <a:p>
            <a:pPr algn="ctr"/>
            <a:r>
              <a:rPr lang="en-US" sz="5000" dirty="0">
                <a:latin typeface="Lexend SemiBold" panose="020B0604020202020204" charset="0"/>
              </a:rPr>
              <a:t>BKT Architecture</a:t>
            </a:r>
          </a:p>
        </p:txBody>
      </p:sp>
      <p:sp>
        <p:nvSpPr>
          <p:cNvPr id="11" name="TextBox 10">
            <a:extLst>
              <a:ext uri="{FF2B5EF4-FFF2-40B4-BE49-F238E27FC236}">
                <a16:creationId xmlns:a16="http://schemas.microsoft.com/office/drawing/2014/main" id="{5182610E-B10E-85C9-9C9B-DF10FB3E09A4}"/>
              </a:ext>
            </a:extLst>
          </p:cNvPr>
          <p:cNvSpPr txBox="1"/>
          <p:nvPr/>
        </p:nvSpPr>
        <p:spPr>
          <a:xfrm>
            <a:off x="11056553" y="8759906"/>
            <a:ext cx="11183079" cy="646331"/>
          </a:xfrm>
          <a:prstGeom prst="rect">
            <a:avLst/>
          </a:prstGeom>
          <a:noFill/>
        </p:spPr>
        <p:txBody>
          <a:bodyPr wrap="square" rtlCol="0">
            <a:spAutoFit/>
          </a:bodyPr>
          <a:lstStyle/>
          <a:p>
            <a:pPr algn="ctr"/>
            <a:r>
              <a:rPr lang="en-US" sz="3600" b="1" dirty="0">
                <a:solidFill>
                  <a:srgbClr val="1746A2"/>
                </a:solidFill>
              </a:rPr>
              <a:t>----------------------------------------------------------------------</a:t>
            </a:r>
            <a:endParaRPr lang="en-US" sz="3200" b="1" dirty="0">
              <a:solidFill>
                <a:srgbClr val="1746A2"/>
              </a:solidFill>
            </a:endParaRPr>
          </a:p>
        </p:txBody>
      </p:sp>
      <p:sp>
        <p:nvSpPr>
          <p:cNvPr id="12" name="TextBox 11">
            <a:extLst>
              <a:ext uri="{FF2B5EF4-FFF2-40B4-BE49-F238E27FC236}">
                <a16:creationId xmlns:a16="http://schemas.microsoft.com/office/drawing/2014/main" id="{82A8D058-8D52-5D84-4677-46005B7E4D09}"/>
              </a:ext>
            </a:extLst>
          </p:cNvPr>
          <p:cNvSpPr txBox="1"/>
          <p:nvPr/>
        </p:nvSpPr>
        <p:spPr>
          <a:xfrm>
            <a:off x="11060814" y="13469126"/>
            <a:ext cx="11116518" cy="1354217"/>
          </a:xfrm>
          <a:prstGeom prst="rect">
            <a:avLst/>
          </a:prstGeom>
          <a:noFill/>
        </p:spPr>
        <p:txBody>
          <a:bodyPr wrap="square" rtlCol="0">
            <a:spAutoFit/>
          </a:bodyPr>
          <a:lstStyle/>
          <a:p>
            <a:pPr algn="ctr"/>
            <a:r>
              <a:rPr lang="en-US" sz="3600" b="1" dirty="0">
                <a:solidFill>
                  <a:srgbClr val="1746A2"/>
                </a:solidFill>
              </a:rPr>
              <a:t>----------------------------------------------------------------------</a:t>
            </a:r>
            <a:endParaRPr lang="en-US" sz="3200" b="1" dirty="0">
              <a:solidFill>
                <a:srgbClr val="1746A2"/>
              </a:solidFill>
            </a:endParaRPr>
          </a:p>
          <a:p>
            <a:pPr algn="ctr"/>
            <a:endParaRPr lang="en-US" sz="3200" b="1" dirty="0">
              <a:solidFill>
                <a:schemeClr val="bg1"/>
              </a:solidFill>
            </a:endParaRPr>
          </a:p>
          <a:p>
            <a:endParaRPr lang="en-US" dirty="0"/>
          </a:p>
        </p:txBody>
      </p:sp>
      <p:pic>
        <p:nvPicPr>
          <p:cNvPr id="13" name="Picture 12" descr="A diagram of a flowchart&#10;&#10;Description automatically generated">
            <a:extLst>
              <a:ext uri="{FF2B5EF4-FFF2-40B4-BE49-F238E27FC236}">
                <a16:creationId xmlns:a16="http://schemas.microsoft.com/office/drawing/2014/main" id="{58A8E249-01A8-64F2-7CCA-45C62D17870B}"/>
              </a:ext>
            </a:extLst>
          </p:cNvPr>
          <p:cNvPicPr>
            <a:picLocks noChangeAspect="1"/>
          </p:cNvPicPr>
          <p:nvPr/>
        </p:nvPicPr>
        <p:blipFill>
          <a:blip r:embed="rId15"/>
          <a:stretch>
            <a:fillRect/>
          </a:stretch>
        </p:blipFill>
        <p:spPr>
          <a:xfrm>
            <a:off x="15950249" y="9711315"/>
            <a:ext cx="5375714" cy="3913278"/>
          </a:xfrm>
          <a:prstGeom prst="rect">
            <a:avLst/>
          </a:prstGeom>
        </p:spPr>
      </p:pic>
      <p:sp>
        <p:nvSpPr>
          <p:cNvPr id="15" name="TextBox 14">
            <a:extLst>
              <a:ext uri="{FF2B5EF4-FFF2-40B4-BE49-F238E27FC236}">
                <a16:creationId xmlns:a16="http://schemas.microsoft.com/office/drawing/2014/main" id="{AACD8EC9-74CA-C918-7135-E185263AE392}"/>
              </a:ext>
            </a:extLst>
          </p:cNvPr>
          <p:cNvSpPr txBox="1"/>
          <p:nvPr/>
        </p:nvSpPr>
        <p:spPr>
          <a:xfrm>
            <a:off x="103354" y="14496583"/>
            <a:ext cx="11183079" cy="646331"/>
          </a:xfrm>
          <a:prstGeom prst="rect">
            <a:avLst/>
          </a:prstGeom>
          <a:noFill/>
        </p:spPr>
        <p:txBody>
          <a:bodyPr wrap="square" rtlCol="0">
            <a:spAutoFit/>
          </a:bodyPr>
          <a:lstStyle/>
          <a:p>
            <a:pPr algn="ctr"/>
            <a:r>
              <a:rPr lang="en-US" sz="3600" b="1" dirty="0">
                <a:solidFill>
                  <a:srgbClr val="1746A2"/>
                </a:solidFill>
              </a:rPr>
              <a:t>-------------------------------------------------------------------</a:t>
            </a:r>
            <a:endParaRPr lang="en-US" sz="3200" b="1" dirty="0">
              <a:solidFill>
                <a:srgbClr val="1746A2"/>
              </a:solidFill>
            </a:endParaRPr>
          </a:p>
        </p:txBody>
      </p:sp>
      <p:pic>
        <p:nvPicPr>
          <p:cNvPr id="17" name="Picture 16" descr="A graph of different colored lines&#10;&#10;Description automatically generated">
            <a:extLst>
              <a:ext uri="{FF2B5EF4-FFF2-40B4-BE49-F238E27FC236}">
                <a16:creationId xmlns:a16="http://schemas.microsoft.com/office/drawing/2014/main" id="{B63AFDEE-8075-9FA9-895B-851AD0A4B0E5}"/>
              </a:ext>
            </a:extLst>
          </p:cNvPr>
          <p:cNvPicPr>
            <a:picLocks noChangeAspect="1"/>
          </p:cNvPicPr>
          <p:nvPr/>
        </p:nvPicPr>
        <p:blipFill rotWithShape="1">
          <a:blip r:embed="rId16"/>
          <a:srcRect l="7099" r="7570"/>
          <a:stretch/>
        </p:blipFill>
        <p:spPr>
          <a:xfrm>
            <a:off x="11383195" y="13994672"/>
            <a:ext cx="7567452" cy="2956117"/>
          </a:xfrm>
          <a:prstGeom prst="rect">
            <a:avLst/>
          </a:prstGeom>
        </p:spPr>
      </p:pic>
      <p:pic>
        <p:nvPicPr>
          <p:cNvPr id="19" name="Picture 18" descr="A table with black text">
            <a:extLst>
              <a:ext uri="{FF2B5EF4-FFF2-40B4-BE49-F238E27FC236}">
                <a16:creationId xmlns:a16="http://schemas.microsoft.com/office/drawing/2014/main" id="{4488B7EC-F2EA-DC57-BEDD-CEF6F2B6AFC6}"/>
              </a:ext>
            </a:extLst>
          </p:cNvPr>
          <p:cNvPicPr>
            <a:picLocks noChangeAspect="1"/>
          </p:cNvPicPr>
          <p:nvPr/>
        </p:nvPicPr>
        <p:blipFill rotWithShape="1">
          <a:blip r:embed="rId17"/>
          <a:srcRect t="5276"/>
          <a:stretch/>
        </p:blipFill>
        <p:spPr>
          <a:xfrm>
            <a:off x="12170131" y="16919787"/>
            <a:ext cx="5690843" cy="1113096"/>
          </a:xfrm>
          <a:prstGeom prst="rect">
            <a:avLst/>
          </a:prstGeom>
        </p:spPr>
      </p:pic>
      <p:pic>
        <p:nvPicPr>
          <p:cNvPr id="21" name="Picture 20" descr="A comparison of a comparison of a number of text&#10;&#10;Description automatically generated">
            <a:extLst>
              <a:ext uri="{FF2B5EF4-FFF2-40B4-BE49-F238E27FC236}">
                <a16:creationId xmlns:a16="http://schemas.microsoft.com/office/drawing/2014/main" id="{712AA503-B62D-1E84-766D-7C60B278F804}"/>
              </a:ext>
            </a:extLst>
          </p:cNvPr>
          <p:cNvPicPr>
            <a:picLocks noChangeAspect="1"/>
          </p:cNvPicPr>
          <p:nvPr/>
        </p:nvPicPr>
        <p:blipFill>
          <a:blip r:embed="rId18"/>
          <a:stretch>
            <a:fillRect/>
          </a:stretch>
        </p:blipFill>
        <p:spPr>
          <a:xfrm>
            <a:off x="1894590" y="10419543"/>
            <a:ext cx="7567452" cy="4378919"/>
          </a:xfrm>
          <a:prstGeom prst="rect">
            <a:avLst/>
          </a:prstGeom>
        </p:spPr>
      </p:pic>
      <p:pic>
        <p:nvPicPr>
          <p:cNvPr id="23" name="Picture 22" descr="A white background with black text&#10;&#10;Description automatically generated">
            <a:extLst>
              <a:ext uri="{FF2B5EF4-FFF2-40B4-BE49-F238E27FC236}">
                <a16:creationId xmlns:a16="http://schemas.microsoft.com/office/drawing/2014/main" id="{ED73A08B-E74F-C446-8111-9D67B6208405}"/>
              </a:ext>
            </a:extLst>
          </p:cNvPr>
          <p:cNvPicPr>
            <a:picLocks noChangeAspect="1"/>
          </p:cNvPicPr>
          <p:nvPr/>
        </p:nvPicPr>
        <p:blipFill>
          <a:blip r:embed="rId19"/>
          <a:stretch>
            <a:fillRect/>
          </a:stretch>
        </p:blipFill>
        <p:spPr>
          <a:xfrm>
            <a:off x="12108670" y="9584968"/>
            <a:ext cx="3095625" cy="2209800"/>
          </a:xfrm>
          <a:prstGeom prst="rect">
            <a:avLst/>
          </a:prstGeom>
        </p:spPr>
      </p:pic>
    </p:spTree>
    <p:extLst>
      <p:ext uri="{BB962C8B-B14F-4D97-AF65-F5344CB8AC3E}">
        <p14:creationId xmlns:p14="http://schemas.microsoft.com/office/powerpoint/2010/main" val="168406468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691</Words>
  <Application>Microsoft Office PowerPoint</Application>
  <PresentationFormat>Custom</PresentationFormat>
  <Paragraphs>44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EB Garamond</vt:lpstr>
      <vt:lpstr>EB Garamond Medium</vt:lpstr>
      <vt:lpstr>Arial</vt:lpstr>
      <vt:lpstr>Lexend SemiBold</vt:lpstr>
      <vt:lpstr>Lexend Medium</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Shailen Smith</cp:lastModifiedBy>
  <cp:revision>1</cp:revision>
  <dcterms:modified xsi:type="dcterms:W3CDTF">2023-07-27T15:25:19Z</dcterms:modified>
</cp:coreProperties>
</file>